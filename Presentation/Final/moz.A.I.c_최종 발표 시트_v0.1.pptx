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4" r:id="rId7"/>
    <p:sldId id="260" r:id="rId8"/>
    <p:sldId id="26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80"/>
    <a:srgbClr val="400080"/>
    <a:srgbClr val="202080"/>
    <a:srgbClr val="4040FF"/>
    <a:srgbClr val="8000FF"/>
    <a:srgbClr val="600060"/>
    <a:srgbClr val="C000C0"/>
    <a:srgbClr val="800040"/>
    <a:srgbClr val="C8C0FF"/>
    <a:srgbClr val="F3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009DA-1F53-46CC-96CA-033D24F33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0" y="2529000"/>
            <a:ext cx="11520000" cy="1800000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3D3638-DFBA-4D12-A7E0-1C24BD177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6000" y="4622800"/>
            <a:ext cx="9000000" cy="720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AF31D-E393-443D-8CFC-EB434120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CAB13-895F-424E-90C5-3B4AEAB1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27F39-AD97-4AF7-9991-4E1E9E2E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3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E62EA-2E73-4E31-B51B-716C227D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7A8715-7C23-4E02-B3CE-AA14CA8A6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1BF52-940E-4BE5-AD78-297D3F2E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03708-2C8D-4E9D-830D-D252AF69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781725-5E8B-4DDB-9E68-00A45594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69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B8D9E-06B0-46EC-AC35-A6345CA9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529000"/>
            <a:ext cx="11520000" cy="18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A5815E-3B5C-42DC-9B28-599DFB014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6000" y="4625237"/>
            <a:ext cx="9000000" cy="72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sz="2000"/>
            </a:lvl1pPr>
          </a:lstStyle>
          <a:p>
            <a:pPr lvl="0" algn="ctr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734EE-DCD0-4FDC-9FC2-42BE08AC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B71375-B8E0-43E3-8D8E-4263090C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C5648D-FE7B-4A75-8CD1-4E18A73F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42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056DF-B84F-499D-BC69-E5F38AC8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EAF30-0CCF-4B7A-A132-AF09FCF29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999" y="1269000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576663-6379-46B6-ABBC-81A0B137E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5998" y="1268999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4A831C-067D-42EB-ADB0-7080A618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273B2C-5825-41DF-8C8D-EC567883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39FDA9-CCBF-4F7A-A08E-D706DC19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80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861B2-2E8C-477E-B36C-B5E6A67D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136526"/>
            <a:ext cx="11520000" cy="9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876D03-917B-4A29-80B8-CF6204D49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8" y="1269207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904C92-DADA-4BA6-89C6-124333C3F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8FC20A-0E46-4B1D-82D9-1679DD57A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55998" y="1269000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317688-22E3-4A2B-A7DC-A013814A8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5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96E091-23CF-4C50-AA54-9A6B3896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42F017-4D7A-43A1-A859-BE2D8445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6C1AF7-691D-4EAC-A647-E2812B3C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00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0A739-C60B-42DF-9A46-914318DE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6EC152-2D07-4701-8A37-94FE84CA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3EA44B-C8DE-4A4C-8FA3-71468221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28056D-F92A-4969-A18D-FEAA16FC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25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6D5E99-635D-438A-A347-8D6BE33A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2C57A8-FA43-4305-BB97-5EC1E118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F7AA9-1ADC-4939-BCE9-B329CE25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6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7BF79-DD3B-410A-B954-936EB149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E0986-D287-4BCD-AC22-C483E1DF2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43395B-E051-4871-9C20-0E8990EC2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0E0073-88F7-44E1-8AFB-ED04B4CDA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10F9B5-FC8C-4F2C-9345-4AB44E05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21B93B-2F16-48DA-9CB8-1A65C30B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80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89269-6A81-4139-9D3A-47B28F82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34466E-1AFB-4D99-A4F3-9373C9882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AFBD54-47E2-45F8-BC73-F9B97370B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BA349C-889E-47AC-8E7E-91096BBD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9FB8A9-2BC7-4AF4-A40F-5721D32F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66D96A-92BF-4706-B8D3-1E7E258F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4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1383B-0C8E-4783-9060-5DD5B3FB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422335-CBD6-4C09-B8A1-8B71EE584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067D89-B938-41D3-8EB7-0D4F46AF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D8224-CD68-40F4-BBB3-AC04052C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21A5F-97D9-4F70-BCF9-B28ED24A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75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978792-708B-46E9-9D12-477BFDBF0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103639-01DD-4DA8-9341-025EC52D8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0A4062-697E-4581-84E7-96879849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F1AA99-52D9-45B9-A6F1-61C257AA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0698D-4998-4BB8-84C1-360C5C14B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1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99000">
              <a:srgbClr val="C8C0FF">
                <a:alpha val="50000"/>
              </a:srgbClr>
            </a:gs>
            <a:gs pos="90000">
              <a:srgbClr val="F3F0F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6E0977-833E-4C4B-8134-37DF22B9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99" y="0"/>
            <a:ext cx="1152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724C5-28AB-439F-9144-E0700B38F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9" y="900000"/>
            <a:ext cx="11519999" cy="5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D570E-3193-4AF9-A07B-FA8414918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60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34C3B1-1C18-4626-8D4F-C1E8F397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6000" y="6420742"/>
            <a:ext cx="54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2D6CAA-7810-4399-8686-3A7AC5A5F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86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13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프리젠테이션 4 Regular" pitchFamily="2" charset="-127"/>
          <a:ea typeface="프리젠테이션 4 Regular" pitchFamily="2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1pPr>
      <a:lvl2pPr marL="36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2pPr>
      <a:lvl3pPr marL="72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3pPr>
      <a:lvl4pPr marL="108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4pPr>
      <a:lvl5pPr marL="144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26B18DF5-7FCD-44C5-9611-B61C8C604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Autofit/>
          </a:bodyPr>
          <a:lstStyle/>
          <a:p>
            <a:r>
              <a:rPr lang="ko-KR" altLang="en-US" dirty="0" err="1"/>
              <a:t>모으미</a:t>
            </a:r>
            <a:r>
              <a:rPr lang="en-US" altLang="ko-KR" dirty="0"/>
              <a:t> #1</a:t>
            </a:r>
            <a:r>
              <a:rPr lang="ko-KR" altLang="en-US" dirty="0"/>
              <a:t>팀</a:t>
            </a:r>
            <a:endParaRPr lang="en-US" altLang="ko-KR" dirty="0"/>
          </a:p>
          <a:p>
            <a:r>
              <a:rPr lang="ko-KR" altLang="en-US" dirty="0" err="1"/>
              <a:t>김남해</a:t>
            </a:r>
            <a:r>
              <a:rPr lang="ko-KR" altLang="en-US" dirty="0"/>
              <a:t> </a:t>
            </a:r>
            <a:r>
              <a:rPr lang="en-US" altLang="ko-KR" dirty="0"/>
              <a:t># </a:t>
            </a:r>
            <a:r>
              <a:rPr lang="ko-KR" altLang="en-US" dirty="0" err="1"/>
              <a:t>송예찬</a:t>
            </a:r>
            <a:r>
              <a:rPr lang="ko-KR" altLang="en-US" dirty="0"/>
              <a:t> </a:t>
            </a:r>
            <a:r>
              <a:rPr lang="en-US" altLang="ko-KR" dirty="0"/>
              <a:t># </a:t>
            </a:r>
            <a:r>
              <a:rPr lang="ko-KR" altLang="en-US" dirty="0"/>
              <a:t>우성혁</a:t>
            </a:r>
            <a:r>
              <a:rPr lang="en-US" altLang="ko-KR" dirty="0"/>
              <a:t> # </a:t>
            </a:r>
            <a:r>
              <a:rPr lang="ko-KR" altLang="en-US" dirty="0"/>
              <a:t>윤대식</a:t>
            </a:r>
          </a:p>
        </p:txBody>
      </p:sp>
    </p:spTree>
    <p:extLst>
      <p:ext uri="{BB962C8B-B14F-4D97-AF65-F5344CB8AC3E}">
        <p14:creationId xmlns:p14="http://schemas.microsoft.com/office/powerpoint/2010/main" val="125125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7A18D-EAF5-49F7-A9EB-3AE63E7D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45A002-5DDC-4AA0-94C5-E24FE344F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</a:p>
          <a:p>
            <a:r>
              <a:rPr lang="en-US" altLang="ko-KR" dirty="0"/>
              <a:t>Game Design</a:t>
            </a:r>
          </a:p>
          <a:p>
            <a:r>
              <a:rPr lang="en-US" altLang="ko-KR" dirty="0"/>
              <a:t>Project</a:t>
            </a:r>
          </a:p>
          <a:p>
            <a:pPr lvl="1"/>
            <a:r>
              <a:rPr lang="en-US" altLang="ko-KR" dirty="0"/>
              <a:t>Schedule</a:t>
            </a:r>
          </a:p>
          <a:p>
            <a:pPr lvl="1"/>
            <a:r>
              <a:rPr lang="en-US" altLang="ko-KR" dirty="0"/>
              <a:t>Contents</a:t>
            </a:r>
          </a:p>
          <a:p>
            <a:pPr lvl="1"/>
            <a:r>
              <a:rPr lang="en-US" altLang="ko-KR" dirty="0"/>
              <a:t>Trouble Shooting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96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234DC-534B-4D74-9DAD-1C6DC8EF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팀 번호</a:t>
            </a:r>
            <a:r>
              <a:rPr lang="en-US" altLang="ko-KR" dirty="0"/>
              <a:t>: #1</a:t>
            </a:r>
          </a:p>
          <a:p>
            <a:r>
              <a:rPr lang="ko-KR" altLang="en-US" dirty="0"/>
              <a:t>팀</a:t>
            </a:r>
            <a:r>
              <a:rPr lang="en-US" altLang="ko-KR" dirty="0"/>
              <a:t> </a:t>
            </a:r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 err="1"/>
              <a:t>모으미</a:t>
            </a:r>
            <a:endParaRPr lang="en-US" altLang="ko-KR" dirty="0"/>
          </a:p>
          <a:p>
            <a:r>
              <a:rPr lang="ko-KR" altLang="en-US" dirty="0"/>
              <a:t>팀원</a:t>
            </a:r>
            <a:r>
              <a:rPr lang="en-US" altLang="ko-KR" dirty="0"/>
              <a:t> </a:t>
            </a:r>
            <a:r>
              <a:rPr lang="ko-KR" altLang="en-US" dirty="0"/>
              <a:t>소개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4BC982-A9EE-4411-88AA-A7E5F872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4008E1-DD77-4EF0-8670-B05700666F4C}"/>
              </a:ext>
            </a:extLst>
          </p:cNvPr>
          <p:cNvSpPr/>
          <p:nvPr/>
        </p:nvSpPr>
        <p:spPr>
          <a:xfrm>
            <a:off x="105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EAB245-ADBF-4606-A298-A0C8BC312168}"/>
              </a:ext>
            </a:extLst>
          </p:cNvPr>
          <p:cNvSpPr/>
          <p:nvPr/>
        </p:nvSpPr>
        <p:spPr>
          <a:xfrm>
            <a:off x="369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D6655B-2603-437E-88CF-26F38694ED82}"/>
              </a:ext>
            </a:extLst>
          </p:cNvPr>
          <p:cNvSpPr/>
          <p:nvPr/>
        </p:nvSpPr>
        <p:spPr>
          <a:xfrm>
            <a:off x="633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8CAC5F-881C-47FD-BD91-DD31DBDCFF76}"/>
              </a:ext>
            </a:extLst>
          </p:cNvPr>
          <p:cNvSpPr/>
          <p:nvPr/>
        </p:nvSpPr>
        <p:spPr>
          <a:xfrm>
            <a:off x="8975998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84A9E-750F-4993-9685-78F6119F37F6}"/>
              </a:ext>
            </a:extLst>
          </p:cNvPr>
          <p:cNvSpPr txBox="1"/>
          <p:nvPr/>
        </p:nvSpPr>
        <p:spPr>
          <a:xfrm>
            <a:off x="1348765" y="5316057"/>
            <a:ext cx="15744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김남해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NPC AI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구성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FC21E-EBE8-4EC2-B3EC-0733DCBBBDCE}"/>
              </a:ext>
            </a:extLst>
          </p:cNvPr>
          <p:cNvSpPr txBox="1"/>
          <p:nvPr/>
        </p:nvSpPr>
        <p:spPr>
          <a:xfrm>
            <a:off x="3975139" y="5316057"/>
            <a:ext cx="1601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윤대식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제작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34E50E-67FD-4054-B668-41BC8A672065}"/>
              </a:ext>
            </a:extLst>
          </p:cNvPr>
          <p:cNvSpPr txBox="1"/>
          <p:nvPr/>
        </p:nvSpPr>
        <p:spPr>
          <a:xfrm>
            <a:off x="6538196" y="5316057"/>
            <a:ext cx="1755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송예찬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사운드 제작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26FA9E-AC65-45DA-B2A3-2D6D378F6629}"/>
              </a:ext>
            </a:extLst>
          </p:cNvPr>
          <p:cNvSpPr txBox="1"/>
          <p:nvPr/>
        </p:nvSpPr>
        <p:spPr>
          <a:xfrm>
            <a:off x="9082817" y="5316057"/>
            <a:ext cx="19463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우성혁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4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프로젝트 기획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A9FBB7-ED67-4128-8EDA-94F312016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98" y="2385800"/>
            <a:ext cx="2088000" cy="2784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4E8E459-4DF4-4117-A761-EE5C51AB1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02" y="2383155"/>
            <a:ext cx="2088000" cy="278928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88230D-4CCA-44C2-AB0F-5B702CFEE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99" y="2385800"/>
            <a:ext cx="2088000" cy="2784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7727C4-A9D5-40EE-ABE1-EAE11A16AC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999" y="2381020"/>
            <a:ext cx="2088000" cy="279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1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86FFD-8AC2-4663-A28B-813F4496B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Game Design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329C68C-5CC5-4E57-9603-2F9592CE1B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8696084"/>
              </p:ext>
            </p:extLst>
          </p:nvPr>
        </p:nvGraphicFramePr>
        <p:xfrm>
          <a:off x="335999" y="900000"/>
          <a:ext cx="11520000" cy="460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377850338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124149291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696707209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428443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moz.A.I.c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</a:t>
                      </a:r>
                      <a:r>
                        <a:rPr lang="ko-KR" altLang="en-US" sz="2000" kern="1200" dirty="0" err="1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팀명</a:t>
                      </a:r>
                      <a:endParaRPr lang="ko-KR" altLang="en-US" sz="2000" kern="1200" dirty="0">
                        <a:solidFill>
                          <a:schemeClr val="bg1"/>
                        </a:solidFill>
                        <a:latin typeface="프리젠테이션 4 Regular" pitchFamily="2" charset="-127"/>
                        <a:ea typeface="프리젠테이션 4 Regular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모으미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71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장르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3D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어드벤처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김남해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송예찬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우성혁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윤대식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0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</a:t>
                      </a: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플랫폼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PC - Windows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이용</a:t>
                      </a:r>
                      <a:r>
                        <a:rPr lang="en-US" altLang="ko-KR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가능 연령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세 이상 </a:t>
                      </a:r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이용가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2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2026.03.16 ~ 2026.04.29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10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프로그램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Unity 2022.3.62f3 LTS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Visual Studio 2022 + GitHub Copilot / Visual Studio Code</a:t>
                      </a:r>
                    </a:p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OpenAI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 Unity(with </a:t>
                      </a:r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Helpy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GitHub Desktop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Adobe Photoshop 2026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Microsoft Copilot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38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타겟 사용자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요소와 스토리텔링을 선호하는 유저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9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 컨셉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이야기가 담긴 퍼즐을 풀어 나가며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잃어버렸던 감각과 기억을 찾아 플레이어 자신의 이야기를 이어 완성하는 힐링 게임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4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25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93C7E-A8FD-4D9B-95AE-56699D07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 Schedule</a:t>
            </a:r>
            <a:endParaRPr lang="ko-KR" altLang="en-US" dirty="0"/>
          </a:p>
        </p:txBody>
      </p:sp>
      <p:graphicFrame>
        <p:nvGraphicFramePr>
          <p:cNvPr id="7" name="표 12">
            <a:extLst>
              <a:ext uri="{FF2B5EF4-FFF2-40B4-BE49-F238E27FC236}">
                <a16:creationId xmlns:a16="http://schemas.microsoft.com/office/drawing/2014/main" id="{B89DDDF6-21B9-484C-9B59-50788C3C8D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714835"/>
              </p:ext>
            </p:extLst>
          </p:nvPr>
        </p:nvGraphicFramePr>
        <p:xfrm>
          <a:off x="426000" y="897120"/>
          <a:ext cx="11340000" cy="565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234853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2810319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37936963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125868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6282233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52921911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38503308"/>
                    </a:ext>
                  </a:extLst>
                </a:gridCol>
              </a:tblGrid>
              <a:tr h="3401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SUN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MON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TUE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WED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THU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FRI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SAT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1419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3/16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139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482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4/1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8371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813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70609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693821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267192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6C99184-3D85-4783-86E1-BF41288992F0}"/>
              </a:ext>
            </a:extLst>
          </p:cNvPr>
          <p:cNvSpPr/>
          <p:nvPr/>
        </p:nvSpPr>
        <p:spPr>
          <a:xfrm>
            <a:off x="9271000" y="4659815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32E6707-097F-4637-9EF9-E9D4B29941C5}"/>
              </a:ext>
            </a:extLst>
          </p:cNvPr>
          <p:cNvSpPr/>
          <p:nvPr/>
        </p:nvSpPr>
        <p:spPr>
          <a:xfrm>
            <a:off x="425999" y="3061042"/>
            <a:ext cx="6474333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1D13BF-57B6-49D9-BC5A-B1713721549D}"/>
              </a:ext>
            </a:extLst>
          </p:cNvPr>
          <p:cNvSpPr/>
          <p:nvPr/>
        </p:nvSpPr>
        <p:spPr>
          <a:xfrm>
            <a:off x="425999" y="2536695"/>
            <a:ext cx="11339999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E39EE25-FF71-41F0-95F4-0B6338B28D9A}"/>
              </a:ext>
            </a:extLst>
          </p:cNvPr>
          <p:cNvSpPr/>
          <p:nvPr/>
        </p:nvSpPr>
        <p:spPr>
          <a:xfrm>
            <a:off x="2065867" y="1542453"/>
            <a:ext cx="9698566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5E8474B-B9FD-4581-805B-2FF35FB09251}"/>
              </a:ext>
            </a:extLst>
          </p:cNvPr>
          <p:cNvSpPr/>
          <p:nvPr/>
        </p:nvSpPr>
        <p:spPr>
          <a:xfrm>
            <a:off x="2065867" y="1769751"/>
            <a:ext cx="9698566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FC1A867-8805-4F7B-A044-1A01DD9111F9}"/>
              </a:ext>
            </a:extLst>
          </p:cNvPr>
          <p:cNvSpPr/>
          <p:nvPr/>
        </p:nvSpPr>
        <p:spPr>
          <a:xfrm>
            <a:off x="425999" y="2298098"/>
            <a:ext cx="6474334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BA89A50-ADF7-43D6-B910-EE7ED849E40F}"/>
              </a:ext>
            </a:extLst>
          </p:cNvPr>
          <p:cNvSpPr/>
          <p:nvPr/>
        </p:nvSpPr>
        <p:spPr>
          <a:xfrm>
            <a:off x="5290100" y="3286324"/>
            <a:ext cx="6474333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0C1A7F8-6AB2-441B-B332-E60E571E063C}"/>
              </a:ext>
            </a:extLst>
          </p:cNvPr>
          <p:cNvSpPr/>
          <p:nvPr/>
        </p:nvSpPr>
        <p:spPr>
          <a:xfrm>
            <a:off x="425998" y="3819113"/>
            <a:ext cx="8099935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67EAB4-183D-4597-B2EA-7422CFF0C8EE}"/>
              </a:ext>
            </a:extLst>
          </p:cNvPr>
          <p:cNvSpPr/>
          <p:nvPr/>
        </p:nvSpPr>
        <p:spPr>
          <a:xfrm>
            <a:off x="8525933" y="4044395"/>
            <a:ext cx="3237167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8B5B2B6-6942-4DB8-8F67-C24120F4E484}"/>
              </a:ext>
            </a:extLst>
          </p:cNvPr>
          <p:cNvSpPr/>
          <p:nvPr/>
        </p:nvSpPr>
        <p:spPr>
          <a:xfrm>
            <a:off x="425998" y="4562832"/>
            <a:ext cx="8845002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063D2BB-1CD2-4F83-A946-8DB077741A3A}"/>
              </a:ext>
            </a:extLst>
          </p:cNvPr>
          <p:cNvSpPr/>
          <p:nvPr/>
        </p:nvSpPr>
        <p:spPr>
          <a:xfrm>
            <a:off x="425998" y="5555341"/>
            <a:ext cx="11337102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C8BF40F-FACA-4A6B-B180-BE3911BE5FA7}"/>
              </a:ext>
            </a:extLst>
          </p:cNvPr>
          <p:cNvSpPr/>
          <p:nvPr/>
        </p:nvSpPr>
        <p:spPr>
          <a:xfrm>
            <a:off x="9922932" y="4802872"/>
            <a:ext cx="1840168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0982A17-66EA-4103-A0B1-6A0B247BDD0C}"/>
              </a:ext>
            </a:extLst>
          </p:cNvPr>
          <p:cNvSpPr/>
          <p:nvPr/>
        </p:nvSpPr>
        <p:spPr>
          <a:xfrm>
            <a:off x="6248400" y="6279372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Final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8804EC6-7DAE-4735-845F-FADD3259B714}"/>
              </a:ext>
            </a:extLst>
          </p:cNvPr>
          <p:cNvSpPr/>
          <p:nvPr/>
        </p:nvSpPr>
        <p:spPr>
          <a:xfrm>
            <a:off x="425998" y="6103151"/>
            <a:ext cx="5822402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342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8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45A6A4-DE19-4C33-A87A-6DF71DB9AC9C}"/>
              </a:ext>
            </a:extLst>
          </p:cNvPr>
          <p:cNvSpPr/>
          <p:nvPr/>
        </p:nvSpPr>
        <p:spPr>
          <a:xfrm>
            <a:off x="6453208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4EA8892-F16F-4CD3-947C-F3DFD9542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555" y="2509349"/>
            <a:ext cx="2092632" cy="216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12038A-972B-41C7-824D-A880D07E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DFA8B-082B-4A71-A9C5-6408A7EF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상황</a:t>
            </a:r>
            <a:r>
              <a:rPr lang="en-US" altLang="ko-KR" dirty="0"/>
              <a:t>: </a:t>
            </a:r>
            <a:r>
              <a:rPr lang="ko-KR" altLang="en-US" dirty="0"/>
              <a:t>에피소드 </a:t>
            </a:r>
            <a:r>
              <a:rPr lang="en-US" altLang="ko-KR" dirty="0"/>
              <a:t>2</a:t>
            </a:r>
            <a:r>
              <a:rPr lang="ko-KR" altLang="en-US" dirty="0"/>
              <a:t>의 양쪽 퍼즐을 완료하고 에피소드 </a:t>
            </a:r>
            <a:r>
              <a:rPr lang="en-US" altLang="ko-KR" dirty="0"/>
              <a:t>2</a:t>
            </a:r>
            <a:r>
              <a:rPr lang="ko-KR" altLang="en-US" dirty="0"/>
              <a:t>의</a:t>
            </a:r>
            <a:r>
              <a:rPr lang="en-US" altLang="ko-KR" dirty="0"/>
              <a:t>  </a:t>
            </a:r>
            <a:r>
              <a:rPr lang="ko-KR" altLang="en-US" dirty="0"/>
              <a:t>로비 신으로 이동하여 </a:t>
            </a:r>
            <a:r>
              <a:rPr lang="ko-KR" altLang="en-US" dirty="0" err="1"/>
              <a:t>컷신</a:t>
            </a:r>
            <a:r>
              <a:rPr lang="ko-KR" altLang="en-US" dirty="0"/>
              <a:t> 재생 시 마우스 커서 잠금 </a:t>
            </a:r>
            <a:r>
              <a:rPr lang="en-US" altLang="ko-KR" dirty="0"/>
              <a:t>UI</a:t>
            </a:r>
            <a:r>
              <a:rPr lang="ko-KR" altLang="en-US" dirty="0"/>
              <a:t>가 중간에 활성화되는 현상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CE8F23-8ADC-4092-8829-670FC7D28CF6}"/>
              </a:ext>
            </a:extLst>
          </p:cNvPr>
          <p:cNvSpPr/>
          <p:nvPr/>
        </p:nvSpPr>
        <p:spPr>
          <a:xfrm>
            <a:off x="329656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F899087-356A-42B3-9265-2500673A52ED}"/>
              </a:ext>
            </a:extLst>
          </p:cNvPr>
          <p:cNvSpPr/>
          <p:nvPr/>
        </p:nvSpPr>
        <p:spPr>
          <a:xfrm>
            <a:off x="5916000" y="3582000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08819-E368-45C2-B79C-9460D72988F3}"/>
              </a:ext>
            </a:extLst>
          </p:cNvPr>
          <p:cNvSpPr txBox="1"/>
          <p:nvPr/>
        </p:nvSpPr>
        <p:spPr>
          <a:xfrm>
            <a:off x="335997" y="5440565"/>
            <a:ext cx="46121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컷신과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컷신이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동시에 시작된 뒤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출력 중 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컷신이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종료되어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해제되면서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켜짐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46C2A-6FEA-45AD-9C19-72B244B75E36}"/>
              </a:ext>
            </a:extLst>
          </p:cNvPr>
          <p:cNvSpPr txBox="1"/>
          <p:nvPr/>
        </p:nvSpPr>
        <p:spPr>
          <a:xfrm>
            <a:off x="6671998" y="5440565"/>
            <a:ext cx="52139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컷신에서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해제하지 않는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조건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bool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변수를 추가하여 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로비 복귀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양쪽 퍼즐 클리어 조건을 입력해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유지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914631-7134-4920-88A4-C9C7F5611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92" y="2916774"/>
            <a:ext cx="2593470" cy="13664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3CE17DC-628E-4D68-941C-4A8AA7565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346" y="3562077"/>
            <a:ext cx="1760000" cy="1440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430456-82BC-48F8-97E5-C52FFEDB8F78}"/>
              </a:ext>
            </a:extLst>
          </p:cNvPr>
          <p:cNvSpPr/>
          <p:nvPr/>
        </p:nvSpPr>
        <p:spPr>
          <a:xfrm>
            <a:off x="635794" y="4055533"/>
            <a:ext cx="2345268" cy="227693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22496-D3EC-4A88-86EE-D3D2EC0D8171}"/>
              </a:ext>
            </a:extLst>
          </p:cNvPr>
          <p:cNvSpPr txBox="1"/>
          <p:nvPr/>
        </p:nvSpPr>
        <p:spPr>
          <a:xfrm>
            <a:off x="502323" y="4283226"/>
            <a:ext cx="2509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 시점에서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(2~6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구간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)</a:t>
            </a: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재생이 끝남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38456-E0F8-4CF2-86FF-1210ED09F69D}"/>
              </a:ext>
            </a:extLst>
          </p:cNvPr>
          <p:cNvSpPr txBox="1"/>
          <p:nvPr/>
        </p:nvSpPr>
        <p:spPr>
          <a:xfrm>
            <a:off x="3190323" y="4976168"/>
            <a:ext cx="2416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컷신은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간 재생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A0D928F-2944-4344-947E-A2D710256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237" y="3060000"/>
            <a:ext cx="2793993" cy="1080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C6E3C5-E8C6-4BBE-85CE-F5E287DA846A}"/>
              </a:ext>
            </a:extLst>
          </p:cNvPr>
          <p:cNvSpPr/>
          <p:nvPr/>
        </p:nvSpPr>
        <p:spPr>
          <a:xfrm>
            <a:off x="7565641" y="2497476"/>
            <a:ext cx="896927" cy="97419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1A33A7-DB5F-48F9-85AC-683174572B35}"/>
              </a:ext>
            </a:extLst>
          </p:cNvPr>
          <p:cNvSpPr txBox="1"/>
          <p:nvPr/>
        </p:nvSpPr>
        <p:spPr>
          <a:xfrm>
            <a:off x="6901459" y="2083225"/>
            <a:ext cx="2225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지정한 조건이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05441D2-20B2-4AAE-9C65-9DF50FC94287}"/>
              </a:ext>
            </a:extLst>
          </p:cNvPr>
          <p:cNvSpPr/>
          <p:nvPr/>
        </p:nvSpPr>
        <p:spPr>
          <a:xfrm>
            <a:off x="6799555" y="4360523"/>
            <a:ext cx="160477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60AEFA-2803-4F0C-8869-674510F8B300}"/>
              </a:ext>
            </a:extLst>
          </p:cNvPr>
          <p:cNvSpPr txBox="1"/>
          <p:nvPr/>
        </p:nvSpPr>
        <p:spPr>
          <a:xfrm>
            <a:off x="6709554" y="4589416"/>
            <a:ext cx="2682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1F0579-F7F0-42ED-B5F3-539251BBD18E}"/>
              </a:ext>
            </a:extLst>
          </p:cNvPr>
          <p:cNvSpPr/>
          <p:nvPr/>
        </p:nvSpPr>
        <p:spPr>
          <a:xfrm>
            <a:off x="10404049" y="3454813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2898CE-174B-44F1-AC31-CD343D9C857B}"/>
              </a:ext>
            </a:extLst>
          </p:cNvPr>
          <p:cNvSpPr/>
          <p:nvPr/>
        </p:nvSpPr>
        <p:spPr>
          <a:xfrm>
            <a:off x="10404049" y="3862316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ED804-A42A-46E7-B890-1F097124A8A0}"/>
              </a:ext>
            </a:extLst>
          </p:cNvPr>
          <p:cNvSpPr txBox="1"/>
          <p:nvPr/>
        </p:nvSpPr>
        <p:spPr>
          <a:xfrm>
            <a:off x="9815055" y="4086704"/>
            <a:ext cx="2040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퍼즐 클리어 조건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	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전달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55419FD-3DE5-41CE-ABC7-DFB7A1437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201" y="2126556"/>
            <a:ext cx="2330291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D42C05-65DA-458A-A941-A421A13F6537}"/>
              </a:ext>
            </a:extLst>
          </p:cNvPr>
          <p:cNvSpPr txBox="1"/>
          <p:nvPr/>
        </p:nvSpPr>
        <p:spPr>
          <a:xfrm>
            <a:off x="336000" y="2529000"/>
            <a:ext cx="11520000" cy="180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5">
                    <a:lumMod val="20000"/>
                    <a:lumOff val="80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THANK YOU</a:t>
            </a:r>
            <a:endParaRPr lang="ko-KR" altLang="en-US" sz="4000" dirty="0">
              <a:solidFill>
                <a:schemeClr val="accent5">
                  <a:lumMod val="20000"/>
                  <a:lumOff val="80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912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257</TotalTime>
  <Words>355</Words>
  <Application>Microsoft Office PowerPoint</Application>
  <PresentationFormat>와이드스크린</PresentationFormat>
  <Paragraphs>135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프리젠테이션 3 Light</vt:lpstr>
      <vt:lpstr>프리젠테이션 4 Regular</vt:lpstr>
      <vt:lpstr>Arial</vt:lpstr>
      <vt:lpstr>Office 테마</vt:lpstr>
      <vt:lpstr>PowerPoint 프레젠테이션</vt:lpstr>
      <vt:lpstr>Contents</vt:lpstr>
      <vt:lpstr>Team Profile</vt:lpstr>
      <vt:lpstr>Game Design</vt:lpstr>
      <vt:lpstr>Project Schedule</vt:lpstr>
      <vt:lpstr>Project</vt:lpstr>
      <vt:lpstr>Trouble Shooting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성혁 우</dc:creator>
  <cp:lastModifiedBy>성혁 우</cp:lastModifiedBy>
  <cp:revision>23</cp:revision>
  <dcterms:created xsi:type="dcterms:W3CDTF">2026-04-24T01:01:00Z</dcterms:created>
  <dcterms:modified xsi:type="dcterms:W3CDTF">2026-04-27T05:31:04Z</dcterms:modified>
</cp:coreProperties>
</file>