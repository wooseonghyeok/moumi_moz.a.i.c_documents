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0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80"/>
    <a:srgbClr val="400080"/>
    <a:srgbClr val="FF0080"/>
    <a:srgbClr val="4040FF"/>
    <a:srgbClr val="8000FF"/>
    <a:srgbClr val="600060"/>
    <a:srgbClr val="C000C0"/>
    <a:srgbClr val="800040"/>
    <a:srgbClr val="C8C0FF"/>
    <a:srgbClr val="F3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 err="1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 err="1"/>
              <a:t>김남해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 err="1"/>
              <a:t>송예찬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696084"/>
              </p:ext>
            </p:extLst>
          </p:nvPr>
        </p:nvGraphicFramePr>
        <p:xfrm>
          <a:off x="335999" y="900000"/>
          <a:ext cx="11520000" cy="460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2000" kern="1200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팀명</a:t>
                      </a:r>
                      <a:endParaRPr lang="ko-KR" altLang="en-US" sz="2000" kern="1200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03151"/>
            <a:ext cx="58224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이동 및 카메라 시스템 구현</a:t>
            </a:r>
          </a:p>
        </p:txBody>
      </p:sp>
      <p:pic>
        <p:nvPicPr>
          <p:cNvPr id="4" name="내용 개체 틀 5">
            <a:extLst>
              <a:ext uri="{FF2B5EF4-FFF2-40B4-BE49-F238E27FC236}">
                <a16:creationId xmlns:a16="http://schemas.microsoft.com/office/drawing/2014/main" id="{C7897FAB-FC8B-4F5C-B8A3-6DB380BFA4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2153934"/>
            <a:ext cx="10189000" cy="3600000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05DF992-B8E5-4A5D-A30B-2B00C5BD6F96}"/>
              </a:ext>
            </a:extLst>
          </p:cNvPr>
          <p:cNvSpPr/>
          <p:nvPr/>
        </p:nvSpPr>
        <p:spPr>
          <a:xfrm>
            <a:off x="2195479" y="3369110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3205A-1C0C-4A26-A1BD-881D3D59747A}"/>
              </a:ext>
            </a:extLst>
          </p:cNvPr>
          <p:cNvSpPr txBox="1"/>
          <p:nvPr/>
        </p:nvSpPr>
        <p:spPr>
          <a:xfrm>
            <a:off x="2441488" y="5898570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9F9D6A4-85F1-46C3-88A5-88DBFCE59119}"/>
              </a:ext>
            </a:extLst>
          </p:cNvPr>
          <p:cNvSpPr/>
          <p:nvPr/>
        </p:nvSpPr>
        <p:spPr>
          <a:xfrm>
            <a:off x="9682608" y="2610944"/>
            <a:ext cx="395986" cy="395986"/>
          </a:xfrm>
          <a:prstGeom prst="ellipse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12A7-29FC-4452-BB97-45EA998DF96D}"/>
              </a:ext>
            </a:extLst>
          </p:cNvPr>
          <p:cNvSpPr txBox="1"/>
          <p:nvPr/>
        </p:nvSpPr>
        <p:spPr>
          <a:xfrm>
            <a:off x="9386292" y="1703246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9" name="연결선: 꺾임 60">
            <a:extLst>
              <a:ext uri="{FF2B5EF4-FFF2-40B4-BE49-F238E27FC236}">
                <a16:creationId xmlns:a16="http://schemas.microsoft.com/office/drawing/2014/main" id="{FDE877E9-60D7-4FE1-897D-B8F6F44AA10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9880601" y="2041800"/>
            <a:ext cx="0" cy="569144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CF37ED8-C6F5-4580-A643-10872A7462F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199255" y="4393577"/>
            <a:ext cx="6851" cy="1504993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334AC-C0F8-4EC3-A3A5-02D2BACC67CC}"/>
              </a:ext>
            </a:extLst>
          </p:cNvPr>
          <p:cNvSpPr/>
          <p:nvPr/>
        </p:nvSpPr>
        <p:spPr>
          <a:xfrm>
            <a:off x="1278467" y="4406900"/>
            <a:ext cx="1143000" cy="457200"/>
          </a:xfrm>
          <a:prstGeom prst="rect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7BE9D7-489C-4E1D-990C-374FE433958C}"/>
              </a:ext>
            </a:extLst>
          </p:cNvPr>
          <p:cNvSpPr txBox="1"/>
          <p:nvPr/>
        </p:nvSpPr>
        <p:spPr>
          <a:xfrm>
            <a:off x="1312334" y="587334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59CEBB-4202-45C3-A05A-C6C7C6643CA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769534" y="4864100"/>
            <a:ext cx="0" cy="1009240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B6724D-9890-4243-A8B7-1D28B75432FF}"/>
              </a:ext>
            </a:extLst>
          </p:cNvPr>
          <p:cNvSpPr/>
          <p:nvPr/>
        </p:nvSpPr>
        <p:spPr>
          <a:xfrm>
            <a:off x="3513834" y="4922338"/>
            <a:ext cx="2556000" cy="533399"/>
          </a:xfrm>
          <a:prstGeom prst="rect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84132-11BB-4364-85F6-B4D3AFD1C547}"/>
              </a:ext>
            </a:extLst>
          </p:cNvPr>
          <p:cNvSpPr txBox="1"/>
          <p:nvPr/>
        </p:nvSpPr>
        <p:spPr>
          <a:xfrm>
            <a:off x="4334634" y="589857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BD4656-5D6E-4DE5-9DA0-84DEE56E6E4F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4791834" y="5455737"/>
            <a:ext cx="0" cy="442833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왼쪽/오른쪽/위쪽/아래쪽 16">
            <a:extLst>
              <a:ext uri="{FF2B5EF4-FFF2-40B4-BE49-F238E27FC236}">
                <a16:creationId xmlns:a16="http://schemas.microsoft.com/office/drawing/2014/main" id="{8450B90E-EC57-42DF-BCD2-12C0A16A4A38}"/>
              </a:ext>
            </a:extLst>
          </p:cNvPr>
          <p:cNvSpPr/>
          <p:nvPr/>
        </p:nvSpPr>
        <p:spPr>
          <a:xfrm>
            <a:off x="9686210" y="3436542"/>
            <a:ext cx="1080000" cy="1080000"/>
          </a:xfrm>
          <a:prstGeom prst="quadArrow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A9C17-8E75-4E19-9106-D2116EFF2B13}"/>
              </a:ext>
            </a:extLst>
          </p:cNvPr>
          <p:cNvSpPr txBox="1"/>
          <p:nvPr/>
        </p:nvSpPr>
        <p:spPr>
          <a:xfrm>
            <a:off x="9618135" y="5872390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C605134-19F2-45AE-A0C7-5ACFE7D1DC56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10226210" y="4516542"/>
            <a:ext cx="0" cy="1355848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A04ACC-C836-4625-BAFE-FBC76EA63666}"/>
              </a:ext>
            </a:extLst>
          </p:cNvPr>
          <p:cNvSpPr/>
          <p:nvPr/>
        </p:nvSpPr>
        <p:spPr>
          <a:xfrm>
            <a:off x="3114118" y="3369110"/>
            <a:ext cx="468000" cy="468000"/>
          </a:xfrm>
          <a:prstGeom prst="rect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7DDAF-478B-4719-868F-1FECB5EDC07F}"/>
              </a:ext>
            </a:extLst>
          </p:cNvPr>
          <p:cNvSpPr txBox="1"/>
          <p:nvPr/>
        </p:nvSpPr>
        <p:spPr>
          <a:xfrm>
            <a:off x="2430252" y="1821322"/>
            <a:ext cx="88989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E3BE9E8-3EEC-40E0-A14D-50958DED1EFC}"/>
              </a:ext>
            </a:extLst>
          </p:cNvPr>
          <p:cNvCxnSpPr>
            <a:cxnSpLocks/>
            <a:stCxn id="21" idx="3"/>
            <a:endCxn id="20" idx="0"/>
          </p:cNvCxnSpPr>
          <p:nvPr/>
        </p:nvCxnSpPr>
        <p:spPr>
          <a:xfrm>
            <a:off x="3320150" y="1990599"/>
            <a:ext cx="27968" cy="1378511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5DDBB728-6E0C-47A1-88AA-1C0CF527A8B5}"/>
              </a:ext>
            </a:extLst>
          </p:cNvPr>
          <p:cNvSpPr/>
          <p:nvPr/>
        </p:nvSpPr>
        <p:spPr>
          <a:xfrm>
            <a:off x="10417205" y="2610944"/>
            <a:ext cx="395986" cy="395986"/>
          </a:xfrm>
          <a:prstGeom prst="ellipse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4191C-7A30-49C5-BE92-7E08F4B85EB1}"/>
              </a:ext>
            </a:extLst>
          </p:cNvPr>
          <p:cNvSpPr txBox="1"/>
          <p:nvPr/>
        </p:nvSpPr>
        <p:spPr>
          <a:xfrm>
            <a:off x="11151802" y="2639660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조절</a:t>
            </a:r>
          </a:p>
        </p:txBody>
      </p:sp>
      <p:cxnSp>
        <p:nvCxnSpPr>
          <p:cNvPr id="25" name="연결선: 꺾임 60">
            <a:extLst>
              <a:ext uri="{FF2B5EF4-FFF2-40B4-BE49-F238E27FC236}">
                <a16:creationId xmlns:a16="http://schemas.microsoft.com/office/drawing/2014/main" id="{8B4E4726-3A3E-44A2-BB65-E794475F7638}"/>
              </a:ext>
            </a:extLst>
          </p:cNvPr>
          <p:cNvCxnSpPr>
            <a:cxnSpLocks/>
            <a:stCxn id="24" idx="1"/>
            <a:endCxn id="23" idx="6"/>
          </p:cNvCxnSpPr>
          <p:nvPr/>
        </p:nvCxnSpPr>
        <p:spPr>
          <a:xfrm flipH="1">
            <a:off x="10813191" y="2808937"/>
            <a:ext cx="338611" cy="0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B4CE3B-1D7D-4FD7-8986-A7B351DD06FB}"/>
              </a:ext>
            </a:extLst>
          </p:cNvPr>
          <p:cNvSpPr/>
          <p:nvPr/>
        </p:nvSpPr>
        <p:spPr>
          <a:xfrm>
            <a:off x="3778253" y="3899805"/>
            <a:ext cx="468000" cy="468000"/>
          </a:xfrm>
          <a:prstGeom prst="rect">
            <a:avLst/>
          </a:prstGeom>
          <a:noFill/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80955-1675-43ED-A92A-A22499BFB440}"/>
              </a:ext>
            </a:extLst>
          </p:cNvPr>
          <p:cNvSpPr txBox="1"/>
          <p:nvPr/>
        </p:nvSpPr>
        <p:spPr>
          <a:xfrm>
            <a:off x="4007746" y="1821322"/>
            <a:ext cx="88989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커서 잠금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BD320D-B5C3-4608-B904-053380B75EBC}"/>
              </a:ext>
            </a:extLst>
          </p:cNvPr>
          <p:cNvCxnSpPr>
            <a:cxnSpLocks/>
            <a:stCxn id="32" idx="1"/>
            <a:endCxn id="31" idx="0"/>
          </p:cNvCxnSpPr>
          <p:nvPr/>
        </p:nvCxnSpPr>
        <p:spPr>
          <a:xfrm>
            <a:off x="4007746" y="1990599"/>
            <a:ext cx="4507" cy="1909206"/>
          </a:xfrm>
          <a:prstGeom prst="straightConnector1">
            <a:avLst/>
          </a:prstGeom>
          <a:ln w="38100">
            <a:solidFill>
              <a:srgbClr val="202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</a:t>
            </a:r>
            <a:r>
              <a:rPr lang="ko-KR" altLang="en-US" dirty="0" err="1"/>
              <a:t>컷신</a:t>
            </a:r>
            <a:r>
              <a:rPr lang="ko-KR" altLang="en-US" dirty="0"/>
              <a:t>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612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컷신과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중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켜짐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521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컷신에서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90323" y="4976168"/>
            <a:ext cx="2416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컷신은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261</TotalTime>
  <Words>383</Words>
  <Application>Microsoft Office PowerPoint</Application>
  <PresentationFormat>와이드스크린</PresentationFormat>
  <Paragraphs>145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 Step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성혁 우</cp:lastModifiedBy>
  <cp:revision>24</cp:revision>
  <dcterms:created xsi:type="dcterms:W3CDTF">2026-04-24T01:01:00Z</dcterms:created>
  <dcterms:modified xsi:type="dcterms:W3CDTF">2026-04-27T05:39:01Z</dcterms:modified>
</cp:coreProperties>
</file>