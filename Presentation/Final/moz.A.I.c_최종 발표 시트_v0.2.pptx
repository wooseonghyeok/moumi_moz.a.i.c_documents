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4" r:id="rId7"/>
    <p:sldId id="266" r:id="rId8"/>
    <p:sldId id="267" r:id="rId9"/>
    <p:sldId id="260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80"/>
    <a:srgbClr val="400080"/>
    <a:srgbClr val="202080"/>
    <a:srgbClr val="4040FF"/>
    <a:srgbClr val="8000FF"/>
    <a:srgbClr val="600060"/>
    <a:srgbClr val="C000C0"/>
    <a:srgbClr val="800040"/>
    <a:srgbClr val="C8C0FF"/>
    <a:srgbClr val="F3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09DA-1F53-46CC-96CA-033D24F3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529000"/>
            <a:ext cx="11520000" cy="18000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D3638-DFBA-4D12-A7E0-1C24BD177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000" y="4622800"/>
            <a:ext cx="9000000" cy="720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F31D-E393-443D-8CFC-EB43412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CAB13-895F-424E-90C5-3B4AEAB1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27F39-AD97-4AF7-9991-4E1E9E2E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62EA-2E73-4E31-B51B-716C227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A8715-7C23-4E02-B3CE-AA14CA8A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F52-940E-4BE5-AD78-297D3F2E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03708-2C8D-4E9D-830D-D252AF6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81725-5E8B-4DDB-9E68-00A45594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6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B8D9E-06B0-46EC-AC35-A6345CA9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529000"/>
            <a:ext cx="11520000" cy="18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5815E-3B5C-42DC-9B28-599DFB01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000" y="4625237"/>
            <a:ext cx="9000000" cy="72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2000"/>
            </a:lvl1pPr>
          </a:lstStyle>
          <a:p>
            <a:pPr lvl="0" algn="ctr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734EE-DCD0-4FDC-9FC2-42BE08AC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1375-B8E0-43E3-8D8E-4263090C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648D-FE7B-4A75-8CD1-4E18A73F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42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056DF-B84F-499D-BC69-E5F38AC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EAF30-0CCF-4B7A-A132-AF09FC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99" y="1269000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576663-6379-46B6-ABBC-81A0B137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5998" y="1268999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831C-067D-42EB-ADB0-7080A61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73B2C-5825-41DF-8C8D-EC56788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39FDA9-CCBF-4F7A-A08E-D706DC19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861B2-2E8C-477E-B36C-B5E6A67D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36526"/>
            <a:ext cx="11520000" cy="9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76D03-917B-4A29-80B8-CF6204D4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8" y="1269207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04C92-DADA-4BA6-89C6-124333C3F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8FC20A-0E46-4B1D-82D9-1679DD57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5998" y="1269000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17688-22E3-4A2B-A7DC-A013814A8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6E091-23CF-4C50-AA54-9A6B389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2F017-4D7A-43A1-A859-BE2D8445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C1AF7-691D-4EAC-A647-E2812B3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0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A739-C60B-42DF-9A46-914318DE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EC152-2D07-4701-8A37-94FE84CA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EA44B-C8DE-4A4C-8FA3-7146822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8056D-F92A-4969-A18D-FEAA16F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D5E99-635D-438A-A347-8D6BE33A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C57A8-FA43-4305-BB97-5EC1E11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F7AA9-1ADC-4939-BCE9-B329CE25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7BF79-DD3B-410A-B954-936EB1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E0986-D287-4BCD-AC22-C483E1DF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3395B-E051-4871-9C20-0E8990EC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E0073-88F7-44E1-8AFB-ED04B4CD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0F9B5-FC8C-4F2C-9345-4AB44E0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1B93B-2F16-48DA-9CB8-1A65C30B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8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9269-6A81-4139-9D3A-47B28F8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4466E-1AFB-4D99-A4F3-9373C9882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FBD54-47E2-45F8-BC73-F9B97370B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A349C-889E-47AC-8E7E-91096BB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FB8A9-2BC7-4AF4-A40F-5721D3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6D96A-92BF-4706-B8D3-1E7E258F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383B-0C8E-4783-9060-5DD5B3FB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22335-CBD6-4C09-B8A1-8B71EE58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67D89-B938-41D3-8EB7-0D4F46A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D8224-CD68-40F4-BBB3-AC04052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21A5F-97D9-4F70-BCF9-B28ED24A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78792-708B-46E9-9D12-477BFDBF0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03639-01DD-4DA8-9341-025EC52D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A4062-697E-4581-84E7-96879849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AA99-52D9-45B9-A6F1-61C257AA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0698D-4998-4BB8-84C1-360C5C14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1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99000">
              <a:srgbClr val="C8C0FF">
                <a:alpha val="50000"/>
              </a:srgbClr>
            </a:gs>
            <a:gs pos="90000">
              <a:srgbClr val="F3F0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6E0977-833E-4C4B-8134-37DF22B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9" y="0"/>
            <a:ext cx="115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724C5-28AB-439F-9144-E0700B38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9" y="900000"/>
            <a:ext cx="11519999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D570E-3193-4AF9-A07B-FA84149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C3B1-1C18-4626-8D4F-C1E8F397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6000" y="6420742"/>
            <a:ext cx="5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D6CAA-7810-4399-8686-3A7AC5A5F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86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프리젠테이션 4 Regular" pitchFamily="2" charset="-127"/>
          <a:ea typeface="프리젠테이션 4 Regular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1pPr>
      <a:lvl2pPr marL="36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2pPr>
      <a:lvl3pPr marL="72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3pPr>
      <a:lvl4pPr marL="108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4pPr>
      <a:lvl5pPr marL="144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6B18DF5-7FCD-44C5-9611-B61C8C604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ko-KR" altLang="en-US" dirty="0" err="1"/>
              <a:t>모으미</a:t>
            </a:r>
            <a:r>
              <a:rPr lang="en-US" altLang="ko-KR" dirty="0"/>
              <a:t> #1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ko-KR" altLang="en-US" dirty="0" err="1"/>
              <a:t>김남해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 err="1"/>
              <a:t>송예찬</a:t>
            </a:r>
            <a:r>
              <a:rPr lang="ko-KR" altLang="en-US" dirty="0"/>
              <a:t> </a:t>
            </a:r>
            <a:r>
              <a:rPr lang="en-US" altLang="ko-KR" dirty="0"/>
              <a:t># </a:t>
            </a:r>
            <a:r>
              <a:rPr lang="ko-KR" altLang="en-US" dirty="0"/>
              <a:t>우성혁</a:t>
            </a:r>
            <a:r>
              <a:rPr lang="en-US" altLang="ko-KR" dirty="0"/>
              <a:t> # </a:t>
            </a:r>
            <a:r>
              <a:rPr lang="ko-KR" altLang="en-US" dirty="0"/>
              <a:t>윤대식</a:t>
            </a:r>
          </a:p>
        </p:txBody>
      </p:sp>
    </p:spTree>
    <p:extLst>
      <p:ext uri="{BB962C8B-B14F-4D97-AF65-F5344CB8AC3E}">
        <p14:creationId xmlns:p14="http://schemas.microsoft.com/office/powerpoint/2010/main" val="125125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7A18D-EAF5-49F7-A9EB-3AE63E7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5A002-5DDC-4AA0-94C5-E24FE344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Game Design</a:t>
            </a:r>
          </a:p>
          <a:p>
            <a:r>
              <a:rPr lang="en-US" altLang="ko-KR" dirty="0"/>
              <a:t>Project</a:t>
            </a:r>
          </a:p>
          <a:p>
            <a:pPr lvl="1"/>
            <a:r>
              <a:rPr lang="en-US" altLang="ko-KR" dirty="0"/>
              <a:t>Schedule</a:t>
            </a:r>
          </a:p>
          <a:p>
            <a:pPr lvl="1"/>
            <a:r>
              <a:rPr lang="en-US" altLang="ko-KR" dirty="0"/>
              <a:t>Contents</a:t>
            </a:r>
          </a:p>
          <a:p>
            <a:pPr lvl="1"/>
            <a:r>
              <a:rPr lang="en-US" altLang="ko-KR" dirty="0"/>
              <a:t>Trouble Shooting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6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34DC-534B-4D74-9DAD-1C6DC8EF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 번호</a:t>
            </a:r>
            <a:r>
              <a:rPr lang="en-US" altLang="ko-KR" dirty="0"/>
              <a:t>: #1</a:t>
            </a:r>
          </a:p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 err="1"/>
              <a:t>모으미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BC982-A9EE-4411-88AA-A7E5F87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4008E1-DD77-4EF0-8670-B05700666F4C}"/>
              </a:ext>
            </a:extLst>
          </p:cNvPr>
          <p:cNvSpPr/>
          <p:nvPr/>
        </p:nvSpPr>
        <p:spPr>
          <a:xfrm>
            <a:off x="105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AB245-ADBF-4606-A298-A0C8BC312168}"/>
              </a:ext>
            </a:extLst>
          </p:cNvPr>
          <p:cNvSpPr/>
          <p:nvPr/>
        </p:nvSpPr>
        <p:spPr>
          <a:xfrm>
            <a:off x="369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655B-2603-437E-88CF-26F38694ED82}"/>
              </a:ext>
            </a:extLst>
          </p:cNvPr>
          <p:cNvSpPr/>
          <p:nvPr/>
        </p:nvSpPr>
        <p:spPr>
          <a:xfrm>
            <a:off x="633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CAC5F-881C-47FD-BD91-DD31DBDCFF76}"/>
              </a:ext>
            </a:extLst>
          </p:cNvPr>
          <p:cNvSpPr/>
          <p:nvPr/>
        </p:nvSpPr>
        <p:spPr>
          <a:xfrm>
            <a:off x="8975998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4A9E-750F-4993-9685-78F6119F37F6}"/>
              </a:ext>
            </a:extLst>
          </p:cNvPr>
          <p:cNvSpPr txBox="1"/>
          <p:nvPr/>
        </p:nvSpPr>
        <p:spPr>
          <a:xfrm>
            <a:off x="1348765" y="5316057"/>
            <a:ext cx="1574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김남해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NPC AI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C21E-EBE8-4EC2-B3EC-0733DCBBBDCE}"/>
              </a:ext>
            </a:extLst>
          </p:cNvPr>
          <p:cNvSpPr txBox="1"/>
          <p:nvPr/>
        </p:nvSpPr>
        <p:spPr>
          <a:xfrm>
            <a:off x="3975139" y="5316057"/>
            <a:ext cx="1601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윤대식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제작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4E50E-67FD-4054-B668-41BC8A672065}"/>
              </a:ext>
            </a:extLst>
          </p:cNvPr>
          <p:cNvSpPr txBox="1"/>
          <p:nvPr/>
        </p:nvSpPr>
        <p:spPr>
          <a:xfrm>
            <a:off x="6538196" y="5316057"/>
            <a:ext cx="1755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송예찬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사운드 제작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FA9E-AC65-45DA-B2A3-2D6D378F6629}"/>
              </a:ext>
            </a:extLst>
          </p:cNvPr>
          <p:cNvSpPr txBox="1"/>
          <p:nvPr/>
        </p:nvSpPr>
        <p:spPr>
          <a:xfrm>
            <a:off x="9082817" y="5316057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우성혁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4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프로젝트 기획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A9FBB7-ED67-4128-8EDA-94F31201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98" y="2385800"/>
            <a:ext cx="2088000" cy="278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E8E459-4DF4-4117-A761-EE5C51AB1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02" y="2383155"/>
            <a:ext cx="2088000" cy="27892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8230D-4CCA-44C2-AB0F-5B702CFE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99" y="2385800"/>
            <a:ext cx="2088000" cy="2784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7727C4-A9D5-40EE-ABE1-EAE11A16A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99" y="2381020"/>
            <a:ext cx="2088000" cy="27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1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6FFD-8AC2-4663-A28B-813F4496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Design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29C68C-5CC5-4E57-9603-2F9592CE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696084"/>
              </p:ext>
            </p:extLst>
          </p:nvPr>
        </p:nvGraphicFramePr>
        <p:xfrm>
          <a:off x="335999" y="900000"/>
          <a:ext cx="11520000" cy="460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7850338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2414929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96707209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2844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</a:t>
                      </a:r>
                      <a:r>
                        <a:rPr lang="ko-KR" altLang="en-US" sz="2000" kern="1200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팀명</a:t>
                      </a:r>
                      <a:endParaRPr lang="ko-KR" altLang="en-US" sz="2000" kern="1200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0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이용</a:t>
                      </a:r>
                      <a:r>
                        <a:rPr lang="en-US" altLang="ko-KR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2000" dirty="0" err="1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4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5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93C7E-A8FD-4D9B-95AE-56699D0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Schedule</a:t>
            </a:r>
            <a:endParaRPr lang="ko-KR" altLang="en-US" dirty="0"/>
          </a:p>
        </p:txBody>
      </p:sp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B89DDDF6-21B9-484C-9B59-50788C3C8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4835"/>
              </p:ext>
            </p:extLst>
          </p:nvPr>
        </p:nvGraphicFramePr>
        <p:xfrm>
          <a:off x="426000" y="897120"/>
          <a:ext cx="11340000" cy="565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40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SUN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MON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TUE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WED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THU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FRI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SAT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9382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7192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99184-3D85-4783-86E1-BF41288992F0}"/>
              </a:ext>
            </a:extLst>
          </p:cNvPr>
          <p:cNvSpPr/>
          <p:nvPr/>
        </p:nvSpPr>
        <p:spPr>
          <a:xfrm>
            <a:off x="9271000" y="4659815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2E6707-097F-4637-9EF9-E9D4B29941C5}"/>
              </a:ext>
            </a:extLst>
          </p:cNvPr>
          <p:cNvSpPr/>
          <p:nvPr/>
        </p:nvSpPr>
        <p:spPr>
          <a:xfrm>
            <a:off x="425999" y="3061042"/>
            <a:ext cx="6474333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D13BF-57B6-49D9-BC5A-B1713721549D}"/>
              </a:ext>
            </a:extLst>
          </p:cNvPr>
          <p:cNvSpPr/>
          <p:nvPr/>
        </p:nvSpPr>
        <p:spPr>
          <a:xfrm>
            <a:off x="425999" y="2536695"/>
            <a:ext cx="11339999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E39EE25-FF71-41F0-95F4-0B6338B28D9A}"/>
              </a:ext>
            </a:extLst>
          </p:cNvPr>
          <p:cNvSpPr/>
          <p:nvPr/>
        </p:nvSpPr>
        <p:spPr>
          <a:xfrm>
            <a:off x="2065867" y="1542453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E8474B-B9FD-4581-805B-2FF35FB09251}"/>
              </a:ext>
            </a:extLst>
          </p:cNvPr>
          <p:cNvSpPr/>
          <p:nvPr/>
        </p:nvSpPr>
        <p:spPr>
          <a:xfrm>
            <a:off x="2065867" y="1769751"/>
            <a:ext cx="9698566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C1A867-8805-4F7B-A044-1A01DD9111F9}"/>
              </a:ext>
            </a:extLst>
          </p:cNvPr>
          <p:cNvSpPr/>
          <p:nvPr/>
        </p:nvSpPr>
        <p:spPr>
          <a:xfrm>
            <a:off x="425999" y="2298098"/>
            <a:ext cx="6474334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A89A50-ADF7-43D6-B910-EE7ED849E40F}"/>
              </a:ext>
            </a:extLst>
          </p:cNvPr>
          <p:cNvSpPr/>
          <p:nvPr/>
        </p:nvSpPr>
        <p:spPr>
          <a:xfrm>
            <a:off x="5290100" y="3286324"/>
            <a:ext cx="6474333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C1A7F8-6AB2-441B-B332-E60E571E063C}"/>
              </a:ext>
            </a:extLst>
          </p:cNvPr>
          <p:cNvSpPr/>
          <p:nvPr/>
        </p:nvSpPr>
        <p:spPr>
          <a:xfrm>
            <a:off x="425998" y="3819113"/>
            <a:ext cx="8099935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67EAB4-183D-4597-B2EA-7422CFF0C8EE}"/>
              </a:ext>
            </a:extLst>
          </p:cNvPr>
          <p:cNvSpPr/>
          <p:nvPr/>
        </p:nvSpPr>
        <p:spPr>
          <a:xfrm>
            <a:off x="8525933" y="4044395"/>
            <a:ext cx="3237167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5B2B6-6942-4DB8-8F67-C24120F4E484}"/>
              </a:ext>
            </a:extLst>
          </p:cNvPr>
          <p:cNvSpPr/>
          <p:nvPr/>
        </p:nvSpPr>
        <p:spPr>
          <a:xfrm>
            <a:off x="425998" y="4562832"/>
            <a:ext cx="8845002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63D2BB-1CD2-4F83-A946-8DB077741A3A}"/>
              </a:ext>
            </a:extLst>
          </p:cNvPr>
          <p:cNvSpPr/>
          <p:nvPr/>
        </p:nvSpPr>
        <p:spPr>
          <a:xfrm>
            <a:off x="425998" y="5555341"/>
            <a:ext cx="113371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8BF40F-FACA-4A6B-B180-BE3911BE5FA7}"/>
              </a:ext>
            </a:extLst>
          </p:cNvPr>
          <p:cNvSpPr/>
          <p:nvPr/>
        </p:nvSpPr>
        <p:spPr>
          <a:xfrm>
            <a:off x="9922932" y="4802872"/>
            <a:ext cx="1840168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982A17-66EA-4103-A0B1-6A0B247BDD0C}"/>
              </a:ext>
            </a:extLst>
          </p:cNvPr>
          <p:cNvSpPr/>
          <p:nvPr/>
        </p:nvSpPr>
        <p:spPr>
          <a:xfrm>
            <a:off x="6248400" y="6279372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804EC6-7DAE-4735-845F-FADD3259B714}"/>
              </a:ext>
            </a:extLst>
          </p:cNvPr>
          <p:cNvSpPr/>
          <p:nvPr/>
        </p:nvSpPr>
        <p:spPr>
          <a:xfrm>
            <a:off x="425998" y="6103151"/>
            <a:ext cx="58224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42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5A3A-5C6B-DAB3-1A08-1FE32B43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C438F3F-ED5B-9613-493B-53851D179801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C255AC-6937-AD14-8B2E-3F72F25A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BDE84D-BC25-13D6-94DA-A9701692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</a:t>
            </a:r>
            <a:r>
              <a:rPr lang="ko-KR" altLang="en-US" dirty="0"/>
              <a:t>체크포인트 선택과 스테이지 구조를 알기 어려움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820792-191F-E6FF-C955-F06EEBAD3500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B71D6-DB33-A6CA-3F8B-C6BCCFF7BC9D}"/>
              </a:ext>
            </a:extLst>
          </p:cNvPr>
          <p:cNvSpPr txBox="1"/>
          <p:nvPr/>
        </p:nvSpPr>
        <p:spPr>
          <a:xfrm>
            <a:off x="414854" y="5108168"/>
            <a:ext cx="5604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아이콘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디자인이 똑같고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Stage 4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제외한 나머지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Stage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에는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개 만 존재하였음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B3BFD-A401-1E5D-EFE3-17EA9E5A4DDC}"/>
              </a:ext>
            </a:extLst>
          </p:cNvPr>
          <p:cNvSpPr txBox="1"/>
          <p:nvPr/>
        </p:nvSpPr>
        <p:spPr>
          <a:xfrm>
            <a:off x="6377146" y="5108168"/>
            <a:ext cx="5486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Checkpoint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아이콘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디자인을 각 체크포인트 컨셉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 맞게 변경하고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Stage 2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추가하였음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F79CA7-0E12-1A93-C07D-51C55428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9" y="1475301"/>
            <a:ext cx="5339895" cy="32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6FFC75-FCA2-24A3-6477-1C1072CA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9" y="1475301"/>
            <a:ext cx="5359930" cy="324000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D197236B-6FF7-3816-6CB3-B8924ED7A8BD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81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4BC9-9C96-FBC3-EEDE-A04BA62A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B888F-7858-6EC8-ADE8-26E1B2D2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64A6E-CEC2-1F3C-3781-87A50C91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8" y="855120"/>
            <a:ext cx="11519999" cy="5400000"/>
          </a:xfrm>
        </p:spPr>
        <p:txBody>
          <a:bodyPr/>
          <a:lstStyle/>
          <a:p>
            <a:pPr>
              <a:buNone/>
            </a:pPr>
            <a:r>
              <a:rPr lang="ko-KR" altLang="en-US" dirty="0"/>
              <a:t>오브젝트 조합하는 방법에 대한 가이드 부족</a:t>
            </a:r>
            <a:r>
              <a:rPr lang="en-US" altLang="ko-KR" dirty="0"/>
              <a:t>, </a:t>
            </a:r>
            <a:r>
              <a:rPr lang="ko-KR" altLang="en-US" dirty="0"/>
              <a:t>판정범위 미흡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5A8636-D5C4-C4C1-CDE5-CAB6EFB9A64C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521CD-1AE4-D682-7E8C-098EB5C48F1F}"/>
              </a:ext>
            </a:extLst>
          </p:cNvPr>
          <p:cNvSpPr txBox="1"/>
          <p:nvPr/>
        </p:nvSpPr>
        <p:spPr>
          <a:xfrm>
            <a:off x="414854" y="5108168"/>
            <a:ext cx="5565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및 카메라 전환에서 공중에서 오브젝트를 조합해야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한다는 가이드가 없었음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판정범위가 까다로움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7B9EB-C919-4079-FC20-C14A5422F8B9}"/>
              </a:ext>
            </a:extLst>
          </p:cNvPr>
          <p:cNvSpPr txBox="1"/>
          <p:nvPr/>
        </p:nvSpPr>
        <p:spPr>
          <a:xfrm>
            <a:off x="6377146" y="5108168"/>
            <a:ext cx="5338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카메라 전환을 통한 위치가이드 뿐만 아니라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컷 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씬을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통해  플레이어가 하늘을 보게끔 플레이 유도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.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판정범위를 넓게 수정함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.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DBA413-166A-7BF9-2F66-BE4A50D4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3" y="1474009"/>
            <a:ext cx="5276261" cy="324199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34921E-A32D-437E-A840-265C10186F22}"/>
              </a:ext>
            </a:extLst>
          </p:cNvPr>
          <p:cNvSpPr/>
          <p:nvPr/>
        </p:nvSpPr>
        <p:spPr>
          <a:xfrm>
            <a:off x="6299819" y="1474009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277A055-28D3-3A46-E862-DC723E140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346" y="1474008"/>
            <a:ext cx="1924021" cy="32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480A3C-D9D2-C5BF-0190-CBFA5FA0C7CC}"/>
              </a:ext>
            </a:extLst>
          </p:cNvPr>
          <p:cNvSpPr txBox="1"/>
          <p:nvPr/>
        </p:nvSpPr>
        <p:spPr>
          <a:xfrm>
            <a:off x="7162049" y="4680853"/>
            <a:ext cx="3706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위치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+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방향 일정시간 유지 로직 스크립트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D4F9B28-3DF3-FA36-59AB-4C686447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744" y="1495869"/>
            <a:ext cx="1928812" cy="321814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D865B88-2361-3988-DD20-4E2627A9F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146" y="3731620"/>
            <a:ext cx="3375574" cy="9843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058A21-5FC9-764C-6043-E56F1BDA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326" y="1474007"/>
            <a:ext cx="3761567" cy="225761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2BF922-2174-9AEE-DFFE-EC432F355E58}"/>
              </a:ext>
            </a:extLst>
          </p:cNvPr>
          <p:cNvSpPr/>
          <p:nvPr/>
        </p:nvSpPr>
        <p:spPr>
          <a:xfrm>
            <a:off x="9098280" y="1495869"/>
            <a:ext cx="921938" cy="151956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0954AE-DA4C-DF79-B1E8-8701AC2FC7A4}"/>
              </a:ext>
            </a:extLst>
          </p:cNvPr>
          <p:cNvSpPr txBox="1"/>
          <p:nvPr/>
        </p:nvSpPr>
        <p:spPr>
          <a:xfrm>
            <a:off x="1643142" y="4697661"/>
            <a:ext cx="2943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플레이 유도를 위한 텍스트 컷 씬 </a:t>
            </a:r>
          </a:p>
        </p:txBody>
      </p:sp>
    </p:spTree>
    <p:extLst>
      <p:ext uri="{BB962C8B-B14F-4D97-AF65-F5344CB8AC3E}">
        <p14:creationId xmlns:p14="http://schemas.microsoft.com/office/powerpoint/2010/main" val="56938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EA8892-F16F-4CD3-947C-F3DFD954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55" y="2509349"/>
            <a:ext cx="2092632" cy="21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에피소드 </a:t>
            </a:r>
            <a:r>
              <a:rPr lang="en-US" altLang="ko-KR" dirty="0"/>
              <a:t>2</a:t>
            </a:r>
            <a:r>
              <a:rPr lang="ko-KR" altLang="en-US" dirty="0"/>
              <a:t>의 양쪽 퍼즐을 완료하고 에피소드 </a:t>
            </a:r>
            <a:r>
              <a:rPr lang="en-US" altLang="ko-KR" dirty="0"/>
              <a:t>2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로비 신으로 이동하여 </a:t>
            </a:r>
            <a:r>
              <a:rPr lang="ko-KR" altLang="en-US" dirty="0" err="1"/>
              <a:t>컷신</a:t>
            </a:r>
            <a:r>
              <a:rPr lang="ko-KR" altLang="en-US" dirty="0"/>
              <a:t> 재생 시 마우스 커서 잠금 </a:t>
            </a:r>
            <a:r>
              <a:rPr lang="en-US" altLang="ko-KR" dirty="0"/>
              <a:t>UI</a:t>
            </a:r>
            <a:r>
              <a:rPr lang="ko-KR" altLang="en-US" dirty="0"/>
              <a:t>가 중간에 활성화되는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6121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컷신과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동시에 시작된 뒤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중 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컷신이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종료되어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해제되면서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켜짐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5213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컷신에서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해제하지 않는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조건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bool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변수를 추가하여 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복귀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양쪽 퍼즐 클리어 조건을 입력해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유지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914631-7134-4920-88A4-C9C7F561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2" y="2916774"/>
            <a:ext cx="2593470" cy="13664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E17DC-628E-4D68-941C-4A8AA7565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46" y="3562077"/>
            <a:ext cx="1760000" cy="144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430456-82BC-48F8-97E5-C52FFEDB8F78}"/>
              </a:ext>
            </a:extLst>
          </p:cNvPr>
          <p:cNvSpPr/>
          <p:nvPr/>
        </p:nvSpPr>
        <p:spPr>
          <a:xfrm>
            <a:off x="635794" y="4055533"/>
            <a:ext cx="2345268" cy="227693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2496-D3EC-4A88-86EE-D3D2EC0D8171}"/>
              </a:ext>
            </a:extLst>
          </p:cNvPr>
          <p:cNvSpPr txBox="1"/>
          <p:nvPr/>
        </p:nvSpPr>
        <p:spPr>
          <a:xfrm>
            <a:off x="502323" y="4283226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 시점에서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(2~6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구간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재생이 끝남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8456-E0F8-4CF2-86FF-1210ED09F69D}"/>
              </a:ext>
            </a:extLst>
          </p:cNvPr>
          <p:cNvSpPr txBox="1"/>
          <p:nvPr/>
        </p:nvSpPr>
        <p:spPr>
          <a:xfrm>
            <a:off x="3190323" y="4976168"/>
            <a:ext cx="2416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</a:t>
            </a:r>
            <a:r>
              <a:rPr lang="ko-KR" altLang="en-US" sz="2000" dirty="0" err="1">
                <a:latin typeface="프리젠테이션 3 Light" pitchFamily="2" charset="-127"/>
                <a:ea typeface="프리젠테이션 3 Light" pitchFamily="2" charset="-127"/>
              </a:rPr>
              <a:t>컷신은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간 재생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D928F-2944-4344-947E-A2D71025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237" y="3060000"/>
            <a:ext cx="2793993" cy="108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C6E3C5-E8C6-4BBE-85CE-F5E287DA846A}"/>
              </a:ext>
            </a:extLst>
          </p:cNvPr>
          <p:cNvSpPr/>
          <p:nvPr/>
        </p:nvSpPr>
        <p:spPr>
          <a:xfrm>
            <a:off x="7565641" y="2497476"/>
            <a:ext cx="896927" cy="97419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A33A7-DB5F-48F9-85AC-683174572B35}"/>
              </a:ext>
            </a:extLst>
          </p:cNvPr>
          <p:cNvSpPr txBox="1"/>
          <p:nvPr/>
        </p:nvSpPr>
        <p:spPr>
          <a:xfrm>
            <a:off x="6901459" y="2083225"/>
            <a:ext cx="2225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지정한 조건이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5441D2-20B2-4AAE-9C65-9DF50FC94287}"/>
              </a:ext>
            </a:extLst>
          </p:cNvPr>
          <p:cNvSpPr/>
          <p:nvPr/>
        </p:nvSpPr>
        <p:spPr>
          <a:xfrm>
            <a:off x="6799555" y="4360523"/>
            <a:ext cx="160477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0AEFA-2803-4F0C-8869-674510F8B300}"/>
              </a:ext>
            </a:extLst>
          </p:cNvPr>
          <p:cNvSpPr txBox="1"/>
          <p:nvPr/>
        </p:nvSpPr>
        <p:spPr>
          <a:xfrm>
            <a:off x="6709554" y="4589416"/>
            <a:ext cx="268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1F0579-F7F0-42ED-B5F3-539251BBD18E}"/>
              </a:ext>
            </a:extLst>
          </p:cNvPr>
          <p:cNvSpPr/>
          <p:nvPr/>
        </p:nvSpPr>
        <p:spPr>
          <a:xfrm>
            <a:off x="10404049" y="3454813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2898CE-174B-44F1-AC31-CD343D9C857B}"/>
              </a:ext>
            </a:extLst>
          </p:cNvPr>
          <p:cNvSpPr/>
          <p:nvPr/>
        </p:nvSpPr>
        <p:spPr>
          <a:xfrm>
            <a:off x="10404049" y="3862316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ED804-A42A-46E7-B890-1F097124A8A0}"/>
              </a:ext>
            </a:extLst>
          </p:cNvPr>
          <p:cNvSpPr txBox="1"/>
          <p:nvPr/>
        </p:nvSpPr>
        <p:spPr>
          <a:xfrm>
            <a:off x="9815055" y="4086704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퍼즐 클리어 조건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	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55419FD-3DE5-41CE-ABC7-DFB7A143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201" y="2126556"/>
            <a:ext cx="233029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42C05-65DA-458A-A941-A421A13F6537}"/>
              </a:ext>
            </a:extLst>
          </p:cNvPr>
          <p:cNvSpPr txBox="1"/>
          <p:nvPr/>
        </p:nvSpPr>
        <p:spPr>
          <a:xfrm>
            <a:off x="336000" y="2529000"/>
            <a:ext cx="11520000" cy="180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5">
                    <a:lumMod val="20000"/>
                    <a:lumOff val="8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THANK YOU</a:t>
            </a:r>
            <a:endParaRPr lang="ko-KR" altLang="en-US" sz="4000" dirty="0">
              <a:solidFill>
                <a:schemeClr val="accent5">
                  <a:lumMod val="20000"/>
                  <a:lumOff val="8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1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415</TotalTime>
  <Words>470</Words>
  <Application>Microsoft Office PowerPoint</Application>
  <PresentationFormat>와이드스크린</PresentationFormat>
  <Paragraphs>145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프리젠테이션 3 Light</vt:lpstr>
      <vt:lpstr>프리젠테이션 4 Regular</vt:lpstr>
      <vt:lpstr>Arial</vt:lpstr>
      <vt:lpstr>Office 테마</vt:lpstr>
      <vt:lpstr>PowerPoint 프레젠테이션</vt:lpstr>
      <vt:lpstr>Contents</vt:lpstr>
      <vt:lpstr>Team Profile</vt:lpstr>
      <vt:lpstr>Game Design</vt:lpstr>
      <vt:lpstr>Project Schedule</vt:lpstr>
      <vt:lpstr>Project</vt:lpstr>
      <vt:lpstr>QA</vt:lpstr>
      <vt:lpstr>QA</vt:lpstr>
      <vt:lpstr>Trouble Shooting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소담 윤</cp:lastModifiedBy>
  <cp:revision>27</cp:revision>
  <dcterms:created xsi:type="dcterms:W3CDTF">2026-04-24T01:01:00Z</dcterms:created>
  <dcterms:modified xsi:type="dcterms:W3CDTF">2026-04-28T05:18:56Z</dcterms:modified>
</cp:coreProperties>
</file>