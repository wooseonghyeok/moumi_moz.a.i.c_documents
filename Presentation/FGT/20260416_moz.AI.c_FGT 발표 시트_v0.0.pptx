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5" r:id="rId5"/>
    <p:sldId id="266" r:id="rId6"/>
    <p:sldId id="258" r:id="rId7"/>
    <p:sldId id="267" r:id="rId8"/>
    <p:sldId id="260" r:id="rId9"/>
    <p:sldId id="262" r:id="rId10"/>
    <p:sldId id="261" r:id="rId11"/>
    <p:sldId id="25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24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91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6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73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9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94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93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82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53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96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706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549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379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36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040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4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92203"/>
            <a:ext cx="12192001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5999" y="6484407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25C42CB7-540C-4C4E-9FCE-847549FA35C6}" type="datetimeFigureOut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84407"/>
            <a:ext cx="90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2000" y="648440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C8B6B34A-2030-46B4-8F0B-F43AE4293C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41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4 Regular" pitchFamily="2" charset="-127"/>
          <a:ea typeface="프리젠테이션 4 Regular" pitchFamily="2" charset="-127"/>
          <a:cs typeface="프리젠테이션 4 Regular" pitchFamily="2" charset="-127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26878-4B32-46A8-AF3B-DCEF846745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54C2ED-978E-4C96-A4CA-936A6CB6E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Team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7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E0B12-7B22-40C6-92F7-8DEE5DF6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1F479-2BE3-43B0-99B3-F6419A63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00" y="992203"/>
            <a:ext cx="3600000" cy="5400000"/>
          </a:xfrm>
        </p:spPr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Schedule</a:t>
            </a:r>
          </a:p>
          <a:p>
            <a:r>
              <a:rPr lang="en-US" altLang="ko-KR" dirty="0"/>
              <a:t>Game Proposal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16F20B9-172E-4A30-ACAA-1403F8974FE6}"/>
              </a:ext>
            </a:extLst>
          </p:cNvPr>
          <p:cNvSpPr txBox="1">
            <a:spLocks/>
          </p:cNvSpPr>
          <p:nvPr/>
        </p:nvSpPr>
        <p:spPr>
          <a:xfrm>
            <a:off x="4296000" y="992203"/>
            <a:ext cx="3600000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Scenario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Puzzles</a:t>
            </a: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Art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Cutscenes</a:t>
            </a: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Sound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5671C62-231F-42C3-BA2D-484B7FC31A20}"/>
              </a:ext>
            </a:extLst>
          </p:cNvPr>
          <p:cNvSpPr txBox="1">
            <a:spLocks/>
          </p:cNvSpPr>
          <p:nvPr/>
        </p:nvSpPr>
        <p:spPr>
          <a:xfrm>
            <a:off x="8360000" y="992203"/>
            <a:ext cx="3600000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Programming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Sliding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Star Collect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Space View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Painting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Sound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Jump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Cube Coloring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97807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4D090-CD8A-424E-9430-D1842450F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89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2">
            <a:extLst>
              <a:ext uri="{FF2B5EF4-FFF2-40B4-BE49-F238E27FC236}">
                <a16:creationId xmlns:a16="http://schemas.microsoft.com/office/drawing/2014/main" id="{30DE42FA-D15E-45B0-A31D-31F9E04D7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740129"/>
              </p:ext>
            </p:extLst>
          </p:nvPr>
        </p:nvGraphicFramePr>
        <p:xfrm>
          <a:off x="426000" y="992188"/>
          <a:ext cx="11340000" cy="541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sun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mon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tue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wed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thu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fri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Sat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Schedule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818D747-51B1-4E5B-9155-203E5154BEFC}"/>
              </a:ext>
            </a:extLst>
          </p:cNvPr>
          <p:cNvSpPr/>
          <p:nvPr/>
        </p:nvSpPr>
        <p:spPr>
          <a:xfrm>
            <a:off x="9271000" y="5863042"/>
            <a:ext cx="873516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2BD896D-5D9E-4E86-87BC-C1C8481F005C}"/>
              </a:ext>
            </a:extLst>
          </p:cNvPr>
          <p:cNvSpPr/>
          <p:nvPr/>
        </p:nvSpPr>
        <p:spPr>
          <a:xfrm>
            <a:off x="425999" y="3654454"/>
            <a:ext cx="6474333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D40177A-4477-41D8-9293-B950D4BC0D57}"/>
              </a:ext>
            </a:extLst>
          </p:cNvPr>
          <p:cNvSpPr/>
          <p:nvPr/>
        </p:nvSpPr>
        <p:spPr>
          <a:xfrm>
            <a:off x="425999" y="2885527"/>
            <a:ext cx="11339999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349750-A64D-4AC2-9410-8937E8B3DBD4}"/>
              </a:ext>
            </a:extLst>
          </p:cNvPr>
          <p:cNvSpPr/>
          <p:nvPr/>
        </p:nvSpPr>
        <p:spPr>
          <a:xfrm>
            <a:off x="2065867" y="1658128"/>
            <a:ext cx="4834466" cy="216000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Design Proposal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171AAD-3E49-487C-8496-AD5A63CF5F67}"/>
              </a:ext>
            </a:extLst>
          </p:cNvPr>
          <p:cNvSpPr/>
          <p:nvPr/>
        </p:nvSpPr>
        <p:spPr>
          <a:xfrm>
            <a:off x="2065867" y="1893595"/>
            <a:ext cx="9698566" cy="21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Gameplay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B1302E9-66EB-4A0B-9A12-12B293B74682}"/>
              </a:ext>
            </a:extLst>
          </p:cNvPr>
          <p:cNvSpPr/>
          <p:nvPr/>
        </p:nvSpPr>
        <p:spPr>
          <a:xfrm>
            <a:off x="2065867" y="2129915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D2E6FCD-F43C-47DB-8D70-A86BD7F814B0}"/>
              </a:ext>
            </a:extLst>
          </p:cNvPr>
          <p:cNvSpPr/>
          <p:nvPr/>
        </p:nvSpPr>
        <p:spPr>
          <a:xfrm>
            <a:off x="425999" y="2646930"/>
            <a:ext cx="6474334" cy="21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Gameplay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F13807D-A55D-43F8-B8F5-E821A2839914}"/>
              </a:ext>
            </a:extLst>
          </p:cNvPr>
          <p:cNvSpPr/>
          <p:nvPr/>
        </p:nvSpPr>
        <p:spPr>
          <a:xfrm>
            <a:off x="5290100" y="3879736"/>
            <a:ext cx="6474333" cy="216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2F18601-085E-43AA-87F7-74FF1A3557DF}"/>
              </a:ext>
            </a:extLst>
          </p:cNvPr>
          <p:cNvSpPr/>
          <p:nvPr/>
        </p:nvSpPr>
        <p:spPr>
          <a:xfrm>
            <a:off x="425998" y="4639518"/>
            <a:ext cx="8099935" cy="216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4BC9455-7F28-4B58-A5F5-4E1BBA2D4963}"/>
              </a:ext>
            </a:extLst>
          </p:cNvPr>
          <p:cNvSpPr/>
          <p:nvPr/>
        </p:nvSpPr>
        <p:spPr>
          <a:xfrm>
            <a:off x="8525933" y="4864800"/>
            <a:ext cx="3237167" cy="2160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9C40770-DDBC-4202-93E6-06654D1E5E45}"/>
              </a:ext>
            </a:extLst>
          </p:cNvPr>
          <p:cNvSpPr/>
          <p:nvPr/>
        </p:nvSpPr>
        <p:spPr>
          <a:xfrm>
            <a:off x="425998" y="5647042"/>
            <a:ext cx="8845002" cy="2160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5615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Game Proposal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4D090-CD8A-424E-9430-D1842450F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05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Scenario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Episode 0. </a:t>
            </a:r>
            <a:r>
              <a:rPr lang="ko-KR" altLang="en-US" dirty="0"/>
              <a:t>미지로의 발돋움</a:t>
            </a:r>
            <a:endParaRPr lang="en-US" altLang="ko-KR" dirty="0"/>
          </a:p>
          <a:p>
            <a:pPr lvl="1"/>
            <a:r>
              <a:rPr lang="ko-KR" altLang="en-US" dirty="0"/>
              <a:t>잊어버린 나의 세계와 마주하는 프롤로그</a:t>
            </a:r>
            <a:endParaRPr lang="en-US" altLang="ko-KR" dirty="0"/>
          </a:p>
          <a:p>
            <a:r>
              <a:rPr lang="en-US" altLang="ko-KR" dirty="0"/>
              <a:t>Episode 1. </a:t>
            </a:r>
            <a:r>
              <a:rPr lang="ko-KR" altLang="en-US" dirty="0"/>
              <a:t>별을 헤는 소녀</a:t>
            </a:r>
            <a:endParaRPr lang="en-US" altLang="ko-KR" dirty="0"/>
          </a:p>
          <a:p>
            <a:pPr lvl="1"/>
            <a:r>
              <a:rPr lang="ko-KR" altLang="en-US" dirty="0"/>
              <a:t>어린</a:t>
            </a:r>
            <a:r>
              <a:rPr lang="en-US" altLang="ko-KR" dirty="0"/>
              <a:t> </a:t>
            </a:r>
            <a:r>
              <a:rPr lang="ko-KR" altLang="en-US" dirty="0"/>
              <a:t>시절 추억을 붙잡아내는 첫 번째 이야기</a:t>
            </a:r>
            <a:endParaRPr lang="en-US" altLang="ko-KR" dirty="0"/>
          </a:p>
          <a:p>
            <a:r>
              <a:rPr lang="en-US" altLang="ko-KR" dirty="0"/>
              <a:t>Episode 2. </a:t>
            </a:r>
            <a:r>
              <a:rPr lang="ko-KR" altLang="en-US" dirty="0"/>
              <a:t>사라진 그림</a:t>
            </a:r>
            <a:endParaRPr lang="en-US" altLang="ko-KR" dirty="0"/>
          </a:p>
          <a:p>
            <a:pPr lvl="1"/>
            <a:r>
              <a:rPr lang="ko-KR" altLang="en-US" dirty="0"/>
              <a:t>색채와 꿈을 되찾는 두 번째 이야기</a:t>
            </a:r>
            <a:endParaRPr lang="en-US" altLang="ko-KR" dirty="0"/>
          </a:p>
          <a:p>
            <a:r>
              <a:rPr lang="en-US" altLang="ko-KR" dirty="0"/>
              <a:t>Episode 3. </a:t>
            </a:r>
            <a:r>
              <a:rPr lang="ko-KR" altLang="en-US" dirty="0"/>
              <a:t>멈춰버린 노래</a:t>
            </a:r>
            <a:endParaRPr lang="en-US" altLang="ko-KR" dirty="0"/>
          </a:p>
          <a:p>
            <a:pPr lvl="1"/>
            <a:r>
              <a:rPr lang="ko-KR" altLang="en-US" dirty="0"/>
              <a:t>소리와 연인에 대한 기억을 되찾는 세 번째 이야기</a:t>
            </a:r>
            <a:endParaRPr lang="en-US" altLang="ko-KR" dirty="0"/>
          </a:p>
          <a:p>
            <a:r>
              <a:rPr lang="en-US" altLang="ko-KR" dirty="0"/>
              <a:t>Episode 4. </a:t>
            </a:r>
            <a:r>
              <a:rPr lang="ko-KR" altLang="en-US" dirty="0"/>
              <a:t>뒤섞인 이야기</a:t>
            </a:r>
            <a:endParaRPr lang="en-US" altLang="ko-KR" dirty="0"/>
          </a:p>
          <a:p>
            <a:pPr lvl="1"/>
            <a:r>
              <a:rPr lang="ko-KR" altLang="en-US" dirty="0"/>
              <a:t>흩어진 기억과 자신을 다시 하나로 잇는 마지막 이야기</a:t>
            </a:r>
          </a:p>
        </p:txBody>
      </p:sp>
    </p:spTree>
    <p:extLst>
      <p:ext uri="{BB962C8B-B14F-4D97-AF65-F5344CB8AC3E}">
        <p14:creationId xmlns:p14="http://schemas.microsoft.com/office/powerpoint/2010/main" val="133585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Puzzles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67" y="992203"/>
            <a:ext cx="5760000" cy="25920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Episode 1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F28F31C-9359-45F0-853A-4C7CA0C59031}"/>
              </a:ext>
            </a:extLst>
          </p:cNvPr>
          <p:cNvSpPr txBox="1">
            <a:spLocks/>
          </p:cNvSpPr>
          <p:nvPr/>
        </p:nvSpPr>
        <p:spPr>
          <a:xfrm>
            <a:off x="6239933" y="992203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2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924DF5F-FFBE-4322-A2B5-FE1A69A08E6B}"/>
              </a:ext>
            </a:extLst>
          </p:cNvPr>
          <p:cNvSpPr txBox="1">
            <a:spLocks/>
          </p:cNvSpPr>
          <p:nvPr/>
        </p:nvSpPr>
        <p:spPr>
          <a:xfrm>
            <a:off x="192067" y="3676406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3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A559C90-B985-4766-A837-A2825FC20D18}"/>
              </a:ext>
            </a:extLst>
          </p:cNvPr>
          <p:cNvSpPr txBox="1">
            <a:spLocks/>
          </p:cNvSpPr>
          <p:nvPr/>
        </p:nvSpPr>
        <p:spPr>
          <a:xfrm>
            <a:off x="6239933" y="3676406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4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0DF398-41E1-4C15-8F58-272B27C2D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1558927"/>
            <a:ext cx="2520000" cy="14246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D87F04D-DA30-478B-991A-7DAF71DF8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518" y="1562982"/>
            <a:ext cx="2520000" cy="14165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964BD4E-695E-4EA0-8F14-AEE3B0523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652" y="1563675"/>
            <a:ext cx="2520000" cy="141512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D9B843-5244-4727-ADEA-DA44B28A9C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4260300"/>
            <a:ext cx="2520000" cy="14161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302BB66-29B6-4CED-84FA-8881EB6864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652" y="4260300"/>
            <a:ext cx="2520000" cy="14242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12CDEDE-2FE6-4B15-A52B-DBF1F796F1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933" y="4259908"/>
            <a:ext cx="2520000" cy="14165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45945A-362E-419A-B111-3D0A08218050}"/>
              </a:ext>
            </a:extLst>
          </p:cNvPr>
          <p:cNvSpPr txBox="1"/>
          <p:nvPr/>
        </p:nvSpPr>
        <p:spPr>
          <a:xfrm>
            <a:off x="8357125" y="5768623"/>
            <a:ext cx="1742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마지막</a:t>
            </a:r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퍼즐</a:t>
            </a:r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발판 색깔 맞추기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A7888-6D49-4EAC-8BA0-440205EE9C92}"/>
              </a:ext>
            </a:extLst>
          </p:cNvPr>
          <p:cNvSpPr txBox="1"/>
          <p:nvPr/>
        </p:nvSpPr>
        <p:spPr>
          <a:xfrm>
            <a:off x="3362480" y="3131151"/>
            <a:ext cx="2156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슬라이딩 전 별 수집 → 색깔 기억 퍼즐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E5DC11-0DD0-4829-BF6B-985F0BEA7B43}"/>
              </a:ext>
            </a:extLst>
          </p:cNvPr>
          <p:cNvSpPr txBox="1"/>
          <p:nvPr/>
        </p:nvSpPr>
        <p:spPr>
          <a:xfrm>
            <a:off x="1165352" y="3131151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슬라이딩 퍼즐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A47F1D-59EF-4245-9F0F-C58D22839A79}"/>
              </a:ext>
            </a:extLst>
          </p:cNvPr>
          <p:cNvSpPr txBox="1"/>
          <p:nvPr/>
        </p:nvSpPr>
        <p:spPr>
          <a:xfrm>
            <a:off x="7068948" y="3131151"/>
            <a:ext cx="1223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색 혼합 후 착지 퍼즐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4B122-7AD9-4272-A524-A324ADFCFDDA}"/>
              </a:ext>
            </a:extLst>
          </p:cNvPr>
          <p:cNvSpPr txBox="1"/>
          <p:nvPr/>
        </p:nvSpPr>
        <p:spPr>
          <a:xfrm>
            <a:off x="9703691" y="3131151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시점 방향 조각 맞추기 퍼즐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A7D22D-EC65-437F-98AA-0B58ADFA54F7}"/>
              </a:ext>
            </a:extLst>
          </p:cNvPr>
          <p:cNvSpPr txBox="1"/>
          <p:nvPr/>
        </p:nvSpPr>
        <p:spPr>
          <a:xfrm>
            <a:off x="775824" y="5768624"/>
            <a:ext cx="1713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프리젠테이션 3 Light" pitchFamily="2" charset="-127"/>
                <a:ea typeface="프리젠테이션 3 Light" pitchFamily="2" charset="-127"/>
              </a:rPr>
              <a:t>소리 듣고 악보 조각 찾기 </a:t>
            </a:r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퍼즐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3065D-7BA2-4419-A1DA-86B4349F283D}"/>
              </a:ext>
            </a:extLst>
          </p:cNvPr>
          <p:cNvSpPr txBox="1"/>
          <p:nvPr/>
        </p:nvSpPr>
        <p:spPr>
          <a:xfrm>
            <a:off x="3670252" y="5768623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리듬 징검다리 건너기 퍼즐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8A299AF-800A-4E1A-8361-21A6E734C4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652" y="1562290"/>
            <a:ext cx="2520000" cy="1417895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4859F4D9-98AC-472A-995D-65CC10638CB7}"/>
              </a:ext>
            </a:extLst>
          </p:cNvPr>
          <p:cNvSpPr/>
          <p:nvPr/>
        </p:nvSpPr>
        <p:spPr>
          <a:xfrm>
            <a:off x="2856719" y="2108203"/>
            <a:ext cx="360000" cy="360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ECB2E2-5BAD-4D84-B7DE-EDB263135040}"/>
              </a:ext>
            </a:extLst>
          </p:cNvPr>
          <p:cNvSpPr/>
          <p:nvPr/>
        </p:nvSpPr>
        <p:spPr>
          <a:xfrm>
            <a:off x="2851321" y="4788164"/>
            <a:ext cx="360000" cy="360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십자형 31">
            <a:extLst>
              <a:ext uri="{FF2B5EF4-FFF2-40B4-BE49-F238E27FC236}">
                <a16:creationId xmlns:a16="http://schemas.microsoft.com/office/drawing/2014/main" id="{0D1A7336-3604-4E19-8AC0-0D4F4C5081B0}"/>
              </a:ext>
            </a:extLst>
          </p:cNvPr>
          <p:cNvSpPr/>
          <p:nvPr/>
        </p:nvSpPr>
        <p:spPr>
          <a:xfrm>
            <a:off x="8907039" y="2108203"/>
            <a:ext cx="360000" cy="360000"/>
          </a:xfrm>
          <a:prstGeom prst="plus">
            <a:avLst>
              <a:gd name="adj" fmla="val 3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48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Control Manager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78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</a:p>
          <a:p>
            <a:r>
              <a:rPr lang="en-US" altLang="ko-KR" dirty="0"/>
              <a:t>Cutscene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694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Save – Lode Data</a:t>
            </a:r>
          </a:p>
          <a:p>
            <a:pPr lvl="1"/>
            <a:r>
              <a:rPr lang="en-US" altLang="ko-KR" dirty="0"/>
              <a:t>New Data Creation</a:t>
            </a:r>
          </a:p>
          <a:p>
            <a:pPr lvl="1"/>
            <a:r>
              <a:rPr lang="en-US" altLang="ko-KR" dirty="0"/>
              <a:t>Ending Condition</a:t>
            </a:r>
          </a:p>
          <a:p>
            <a:r>
              <a:rPr lang="en-US" altLang="ko-KR" dirty="0"/>
              <a:t>Puzzle</a:t>
            </a:r>
          </a:p>
          <a:p>
            <a:pPr lvl="1"/>
            <a:r>
              <a:rPr lang="en-US" altLang="ko-KR" dirty="0"/>
              <a:t>Sliding</a:t>
            </a:r>
          </a:p>
          <a:p>
            <a:pPr lvl="1"/>
            <a:r>
              <a:rPr lang="en-US" altLang="ko-KR" dirty="0"/>
              <a:t>Star Collect</a:t>
            </a:r>
          </a:p>
          <a:p>
            <a:pPr lvl="1"/>
            <a:r>
              <a:rPr lang="en-US" altLang="ko-KR" dirty="0"/>
              <a:t>Space View</a:t>
            </a:r>
          </a:p>
          <a:p>
            <a:pPr lvl="1"/>
            <a:r>
              <a:rPr lang="en-US" altLang="ko-KR" dirty="0"/>
              <a:t>Painting</a:t>
            </a:r>
          </a:p>
          <a:p>
            <a:pPr lvl="1"/>
            <a:r>
              <a:rPr lang="en-US" altLang="ko-KR" dirty="0"/>
              <a:t>Sound</a:t>
            </a:r>
          </a:p>
          <a:p>
            <a:pPr lvl="1"/>
            <a:r>
              <a:rPr lang="en-US" altLang="ko-KR" dirty="0"/>
              <a:t>Jump</a:t>
            </a:r>
          </a:p>
          <a:p>
            <a:pPr lvl="1"/>
            <a:r>
              <a:rPr lang="en-US" altLang="ko-KR" dirty="0"/>
              <a:t>Cube Coloring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284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Talking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6378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0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TM04033929[[fn=슬레이트]]</Template>
  <TotalTime>243</TotalTime>
  <Words>239</Words>
  <Application>Microsoft Office PowerPoint</Application>
  <PresentationFormat>와이드스크린</PresentationFormat>
  <Paragraphs>121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프리젠테이션 3 Light</vt:lpstr>
      <vt:lpstr>프리젠테이션 4 Regular</vt:lpstr>
      <vt:lpstr>Calisto MT</vt:lpstr>
      <vt:lpstr>Wingdings 2</vt:lpstr>
      <vt:lpstr>슬레이트</vt:lpstr>
      <vt:lpstr>Title</vt:lpstr>
      <vt:lpstr>Contents</vt:lpstr>
      <vt:lpstr>Team Profile</vt:lpstr>
      <vt:lpstr>Schedule</vt:lpstr>
      <vt:lpstr>Game Proposal</vt:lpstr>
      <vt:lpstr>Scenario</vt:lpstr>
      <vt:lpstr>Puzzles</vt:lpstr>
      <vt:lpstr>Sound</vt:lpstr>
      <vt:lpstr>Art</vt:lpstr>
      <vt:lpstr>Programming</vt:lpstr>
      <vt:lpstr>AI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성혁 우</dc:creator>
  <cp:lastModifiedBy>성혁 우</cp:lastModifiedBy>
  <cp:revision>18</cp:revision>
  <dcterms:created xsi:type="dcterms:W3CDTF">2026-04-16T01:10:07Z</dcterms:created>
  <dcterms:modified xsi:type="dcterms:W3CDTF">2026-04-16T05:13:14Z</dcterms:modified>
</cp:coreProperties>
</file>