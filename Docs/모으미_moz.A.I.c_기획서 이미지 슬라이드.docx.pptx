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56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B6"/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8C722-B2F7-4606-8CDC-7ED4733BD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AD0C0B-836F-4566-85F8-1C0251859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4502C-161F-4221-97F6-62EF10F5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F2218E-3797-40F3-911B-3154DEA3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16453-9FA0-45F0-B595-01E4D3E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25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164E8-5DA0-4928-B27C-140B5B4C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1C6D4D-864A-4730-8689-2B171B4BA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19F84-9E4E-41C9-818F-59FF9210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FED5E-D307-484D-911E-6762B46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6A6256-1E26-4E9E-A463-68EECB70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44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D24A2-1C8F-489D-A9B7-CE962FA4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9DD707-144F-4396-B4CA-F1446AA90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35378-75D4-4A4E-B8F0-D1BD17FB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A9F1C-1443-4746-B124-8087A205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EF86D-4F51-419F-B0FC-D4A2A5E0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48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5C0EF-336A-40BE-9AC0-810D06A7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AC7496-F655-4B79-A652-A611CD679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EFAA73-794E-44FB-A7D4-C64A7278E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B839F-4943-4AA7-8732-0774A8A3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C73BE-F4FB-4F53-B785-71C7F1DB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347312-D336-4EA3-BAB0-8D5AFFE9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9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C6072-2F89-4E0A-B28A-236882C4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F496A0-DF34-492E-98FA-4C7FB3DDD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6B90EE-5D4C-431B-8B2B-C23D5154F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E39E4-6D56-4339-917B-9A5615FB2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B022D9-03D3-4973-97CC-6B06F24DD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631E04-2FA1-41A1-84F1-64A660AC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346D25-BE9C-44E9-BD60-5F46D7C5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60FADF-FF8B-4B9F-B7EA-2B1D32E4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30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C9EB4-B617-4543-A026-950173B3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0A4915-64CC-4B3B-8D23-7201C7307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6DC655-8CA6-4525-B37E-AFBB2864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1F6B5C-0E34-4904-9E37-D0F7B65A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26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1E6A84-FE9F-416A-8D3E-2557D8A2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9515DB-EBB7-4E6B-9E7E-FA9581FE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EE8645-4701-4829-8071-5A714C68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70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9E7E7-1B04-408C-BE4F-4364C899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61BD4-BACE-440B-9797-D71A77D5B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1CCA01-D23D-4B27-9D8D-E44131726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3280D-D963-41B9-9D8A-320D850A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3E52D7-121B-4F56-B217-ECDDB18C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F6F229-BBA5-48BB-B598-0CD3CA33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10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D1034-9D83-456B-BE2E-CF668D40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ED1A34-38AE-4B04-91B7-5CAC122BE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B687D4-1172-4A12-9B1F-1A02C9A27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C318FD-9E7D-422B-AA3B-8FC3691E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890D3F-BF2C-48EE-BE34-E01CC9D1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2B5E61-F91D-4E5D-ACE1-E3E0E5C8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4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8EA3A-D79A-45BE-A284-A36B58A4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094018-1E15-4D5D-886D-D4A5EBA67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5C98FD-8DB8-44CB-9769-982C86E9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EB09A-1411-4A88-9376-D86ADF40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1E68C-23E1-48EB-A04B-D561A6D5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97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0FE5AC-2B42-4192-BDB1-830DB2E66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797CEC-2956-40E1-BEB9-E310F4240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7EC54-E46E-476B-ABA4-78C39C881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950DE8-0AE9-41F1-9A31-80CC639D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8D5087-4213-4D75-BA04-22DCEE53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5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259965-9863-49E3-A9AF-3F09B57F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0359A-BEA5-4FD4-8A05-B9F391502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C17805-FA72-496D-81C5-7A0C9BDEC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790CF-EE62-431F-953E-416807FC812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212D4-F683-4F9A-8008-573C0924C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45EBB-B544-4ACA-BCA7-F251669C9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BBF66-0914-400C-BA69-A454F9EB7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E96237-F9E7-4125-B9C9-46CA92851359}"/>
              </a:ext>
            </a:extLst>
          </p:cNvPr>
          <p:cNvSpPr/>
          <p:nvPr/>
        </p:nvSpPr>
        <p:spPr>
          <a:xfrm>
            <a:off x="2446866" y="967419"/>
            <a:ext cx="5184000" cy="432000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한컴 말랑말랑 Regular" panose="020F0303000000000000" pitchFamily="34" charset="-127"/>
              <a:ea typeface="한컴 말랑말랑 Regular" panose="020F0303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4DC2B0-21D9-4CDE-B170-991074FF6C05}"/>
              </a:ext>
            </a:extLst>
          </p:cNvPr>
          <p:cNvSpPr/>
          <p:nvPr/>
        </p:nvSpPr>
        <p:spPr>
          <a:xfrm>
            <a:off x="2649133" y="1570732"/>
            <a:ext cx="2160000" cy="3600000"/>
          </a:xfrm>
          <a:prstGeom prst="rect">
            <a:avLst/>
          </a:prstGeom>
          <a:solidFill>
            <a:schemeClr val="bg1"/>
          </a:solidFill>
          <a:ln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>
              <a:latin typeface="한컴 말랑말랑 Regular" panose="020F0303000000000000" pitchFamily="34" charset="-127"/>
              <a:ea typeface="한컴 말랑말랑 Regular" panose="020F0303000000000000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3FE560-8BDB-4390-B383-4CE21973363D}"/>
              </a:ext>
            </a:extLst>
          </p:cNvPr>
          <p:cNvSpPr/>
          <p:nvPr/>
        </p:nvSpPr>
        <p:spPr>
          <a:xfrm>
            <a:off x="2865133" y="1360361"/>
            <a:ext cx="1728000" cy="432000"/>
          </a:xfrm>
          <a:prstGeom prst="rect">
            <a:avLst/>
          </a:prstGeom>
          <a:solidFill>
            <a:srgbClr val="00A6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키워드 리스트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88057F0-6B3E-47C0-9634-FEA02BA7B9BE}"/>
              </a:ext>
            </a:extLst>
          </p:cNvPr>
          <p:cNvSpPr/>
          <p:nvPr/>
        </p:nvSpPr>
        <p:spPr>
          <a:xfrm>
            <a:off x="3009133" y="1900732"/>
            <a:ext cx="1440000" cy="540000"/>
          </a:xfrm>
          <a:prstGeom prst="roundRect">
            <a:avLst>
              <a:gd name="adj" fmla="val 33914"/>
            </a:avLst>
          </a:prstGeom>
          <a:solidFill>
            <a:schemeClr val="bg1"/>
          </a:solidFill>
          <a:ln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solidFill>
                  <a:srgbClr val="00A6B6"/>
                </a:solidFill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성격 키워드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8821A9A-B232-4473-891C-8516197259FF}"/>
              </a:ext>
            </a:extLst>
          </p:cNvPr>
          <p:cNvSpPr/>
          <p:nvPr/>
        </p:nvSpPr>
        <p:spPr>
          <a:xfrm>
            <a:off x="3009133" y="2500732"/>
            <a:ext cx="1440000" cy="540000"/>
          </a:xfrm>
          <a:prstGeom prst="roundRect">
            <a:avLst>
              <a:gd name="adj" fmla="val 33914"/>
            </a:avLst>
          </a:prstGeom>
          <a:solidFill>
            <a:schemeClr val="bg1"/>
          </a:solidFill>
          <a:ln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solidFill>
                  <a:srgbClr val="00A6B6"/>
                </a:solidFill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성격 키워드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12329B-571B-46F0-A297-2144E8FE5176}"/>
              </a:ext>
            </a:extLst>
          </p:cNvPr>
          <p:cNvSpPr/>
          <p:nvPr/>
        </p:nvSpPr>
        <p:spPr>
          <a:xfrm>
            <a:off x="3009133" y="3100732"/>
            <a:ext cx="1440000" cy="540000"/>
          </a:xfrm>
          <a:prstGeom prst="roundRect">
            <a:avLst>
              <a:gd name="adj" fmla="val 33914"/>
            </a:avLst>
          </a:prstGeom>
          <a:solidFill>
            <a:schemeClr val="bg1"/>
          </a:solidFill>
          <a:ln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solidFill>
                  <a:srgbClr val="00A6B6"/>
                </a:solidFill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성격 키워드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E4FB73F-D0D6-4FC4-A163-40916D78F3AF}"/>
              </a:ext>
            </a:extLst>
          </p:cNvPr>
          <p:cNvSpPr/>
          <p:nvPr/>
        </p:nvSpPr>
        <p:spPr>
          <a:xfrm>
            <a:off x="3009133" y="3700732"/>
            <a:ext cx="1440000" cy="540000"/>
          </a:xfrm>
          <a:prstGeom prst="roundRect">
            <a:avLst>
              <a:gd name="adj" fmla="val 33914"/>
            </a:avLst>
          </a:prstGeom>
          <a:solidFill>
            <a:schemeClr val="bg1"/>
          </a:solidFill>
          <a:ln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solidFill>
                  <a:srgbClr val="00A6B6"/>
                </a:solidFill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성격 키워드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DBF92A-1BDC-4ED3-A7FC-E2626F242394}"/>
              </a:ext>
            </a:extLst>
          </p:cNvPr>
          <p:cNvSpPr/>
          <p:nvPr/>
        </p:nvSpPr>
        <p:spPr>
          <a:xfrm>
            <a:off x="3009133" y="4300732"/>
            <a:ext cx="1440000" cy="540000"/>
          </a:xfrm>
          <a:prstGeom prst="roundRect">
            <a:avLst>
              <a:gd name="adj" fmla="val 33914"/>
            </a:avLst>
          </a:prstGeom>
          <a:solidFill>
            <a:schemeClr val="bg1"/>
          </a:solidFill>
          <a:ln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solidFill>
                  <a:srgbClr val="00A6B6"/>
                </a:solidFill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성격 키워드</a:t>
            </a:r>
          </a:p>
        </p:txBody>
      </p:sp>
      <p:pic>
        <p:nvPicPr>
          <p:cNvPr id="11" name="그래픽 10" descr="폴로 셔츠를 입은 남자">
            <a:extLst>
              <a:ext uri="{FF2B5EF4-FFF2-40B4-BE49-F238E27FC236}">
                <a16:creationId xmlns:a16="http://schemas.microsoft.com/office/drawing/2014/main" id="{821D3284-1D21-44FC-9122-19B001777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304" y="1676249"/>
            <a:ext cx="1080000" cy="3388966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1B0731-4797-4B51-90EF-D6F8D4F7EF1B}"/>
              </a:ext>
            </a:extLst>
          </p:cNvPr>
          <p:cNvSpPr/>
          <p:nvPr/>
        </p:nvSpPr>
        <p:spPr>
          <a:xfrm>
            <a:off x="5055218" y="3100732"/>
            <a:ext cx="900000" cy="540000"/>
          </a:xfrm>
          <a:prstGeom prst="rightArrow">
            <a:avLst/>
          </a:prstGeom>
          <a:solidFill>
            <a:srgbClr val="00A6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>
              <a:latin typeface="한컴 말랑말랑 Regular" panose="020F0303000000000000" pitchFamily="34" charset="-127"/>
              <a:ea typeface="한컴 말랑말랑 Regular" panose="020F0303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26C1D-380B-4FEE-8302-17F2E6209F14}"/>
              </a:ext>
            </a:extLst>
          </p:cNvPr>
          <p:cNvSpPr txBox="1"/>
          <p:nvPr/>
        </p:nvSpPr>
        <p:spPr>
          <a:xfrm>
            <a:off x="5070804" y="3693733"/>
            <a:ext cx="868828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ko-KR" altLang="en-US" dirty="0"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랜덤 부여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39141EB-F6D2-4A9E-957C-DE93AB7D0623}"/>
              </a:ext>
            </a:extLst>
          </p:cNvPr>
          <p:cNvSpPr/>
          <p:nvPr/>
        </p:nvSpPr>
        <p:spPr>
          <a:xfrm>
            <a:off x="4318866" y="787419"/>
            <a:ext cx="1440000" cy="360000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dirty="0"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스테이지 진입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0541AD-11F8-4D99-AA51-32C8C5086E1E}"/>
              </a:ext>
            </a:extLst>
          </p:cNvPr>
          <p:cNvSpPr txBox="1"/>
          <p:nvPr/>
        </p:nvSpPr>
        <p:spPr>
          <a:xfrm>
            <a:off x="6361650" y="1399250"/>
            <a:ext cx="759311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dirty="0">
                <a:latin typeface="한컴 말랑말랑 Regular" panose="020F0303000000000000" pitchFamily="34" charset="-127"/>
                <a:ea typeface="한컴 말랑말랑 Regular" panose="020F0303000000000000" pitchFamily="34" charset="-127"/>
              </a:rPr>
              <a:t>AI NPC</a:t>
            </a:r>
            <a:endParaRPr lang="ko-KR" altLang="en-US" dirty="0">
              <a:latin typeface="한컴 말랑말랑 Regular" panose="020F0303000000000000" pitchFamily="34" charset="-127"/>
              <a:ea typeface="한컴 말랑말랑 Regular" panose="020F03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391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691EC3-2931-4801-933F-48E382E7D8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176868" y="1690929"/>
            <a:ext cx="9838264" cy="3476141"/>
          </a:xfrm>
          <a:prstGeom prst="rect">
            <a:avLst/>
          </a:prstGeom>
        </p:spPr>
      </p:pic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CA663452-2145-4206-B7FE-9E2E57ACA94F}"/>
              </a:ext>
            </a:extLst>
          </p:cNvPr>
          <p:cNvSpPr/>
          <p:nvPr/>
        </p:nvSpPr>
        <p:spPr>
          <a:xfrm>
            <a:off x="2311400" y="2836333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060311-644E-4CB6-82D3-B4C61E73A764}"/>
              </a:ext>
            </a:extLst>
          </p:cNvPr>
          <p:cNvSpPr txBox="1"/>
          <p:nvPr/>
        </p:nvSpPr>
        <p:spPr>
          <a:xfrm>
            <a:off x="2451100" y="5204540"/>
            <a:ext cx="1515534" cy="646331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이동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앞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뒤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좌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0C07B42-687C-49D2-BADC-E4FF3E21BB48}"/>
              </a:ext>
            </a:extLst>
          </p:cNvPr>
          <p:cNvSpPr/>
          <p:nvPr/>
        </p:nvSpPr>
        <p:spPr>
          <a:xfrm>
            <a:off x="9521741" y="2160948"/>
            <a:ext cx="395986" cy="3959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13412B-C97E-4F7C-8C4D-5BE14B2D2995}"/>
              </a:ext>
            </a:extLst>
          </p:cNvPr>
          <p:cNvSpPr txBox="1"/>
          <p:nvPr/>
        </p:nvSpPr>
        <p:spPr>
          <a:xfrm>
            <a:off x="9225425" y="1316447"/>
            <a:ext cx="988618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tx1"/>
                </a:solidFill>
              </a:rPr>
              <a:t>UI </a:t>
            </a:r>
            <a:r>
              <a:rPr lang="ko-KR" altLang="en-US" dirty="0">
                <a:solidFill>
                  <a:schemeClr val="tx1"/>
                </a:solidFill>
              </a:rPr>
              <a:t>클릭</a:t>
            </a: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97A913C0-8982-4A3D-A555-F57A92A5157D}"/>
              </a:ext>
            </a:extLst>
          </p:cNvPr>
          <p:cNvCxnSpPr>
            <a:cxnSpLocks/>
            <a:stCxn id="60" idx="2"/>
            <a:endCxn id="59" idx="0"/>
          </p:cNvCxnSpPr>
          <p:nvPr/>
        </p:nvCxnSpPr>
        <p:spPr>
          <a:xfrm>
            <a:off x="9719734" y="1685779"/>
            <a:ext cx="0" cy="4751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D8D506A2-46EA-49B7-9BFD-984870E7F9C5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3208867" y="3860800"/>
            <a:ext cx="0" cy="134374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954F60B-7CF4-4CAD-A2C2-C563D6533E03}"/>
              </a:ext>
            </a:extLst>
          </p:cNvPr>
          <p:cNvSpPr/>
          <p:nvPr/>
        </p:nvSpPr>
        <p:spPr>
          <a:xfrm>
            <a:off x="1413934" y="3852333"/>
            <a:ext cx="1143000" cy="4572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609920-E931-4D76-BDEB-20B9656AC424}"/>
              </a:ext>
            </a:extLst>
          </p:cNvPr>
          <p:cNvSpPr txBox="1"/>
          <p:nvPr/>
        </p:nvSpPr>
        <p:spPr>
          <a:xfrm>
            <a:off x="1413934" y="5194699"/>
            <a:ext cx="914400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달리기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A47B33C-F5EC-49AA-A33C-5CD0667085DE}"/>
              </a:ext>
            </a:extLst>
          </p:cNvPr>
          <p:cNvCxnSpPr>
            <a:cxnSpLocks/>
            <a:stCxn id="74" idx="0"/>
          </p:cNvCxnSpPr>
          <p:nvPr/>
        </p:nvCxnSpPr>
        <p:spPr>
          <a:xfrm flipV="1">
            <a:off x="1871134" y="4309534"/>
            <a:ext cx="0" cy="885165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D719ED3-EEAA-4D1F-9AEC-640A7003BC7D}"/>
              </a:ext>
            </a:extLst>
          </p:cNvPr>
          <p:cNvSpPr/>
          <p:nvPr/>
        </p:nvSpPr>
        <p:spPr>
          <a:xfrm>
            <a:off x="3589867" y="4360333"/>
            <a:ext cx="2484000" cy="533399"/>
          </a:xfrm>
          <a:prstGeom prst="rect">
            <a:avLst/>
          </a:prstGeom>
          <a:noFill/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E016051-7AEE-4E24-ABC4-E7E56D08E0F1}"/>
              </a:ext>
            </a:extLst>
          </p:cNvPr>
          <p:cNvSpPr txBox="1"/>
          <p:nvPr/>
        </p:nvSpPr>
        <p:spPr>
          <a:xfrm>
            <a:off x="4374667" y="5208599"/>
            <a:ext cx="914400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점프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D6403A1-4A24-45A7-910C-ED9EB405BF81}"/>
              </a:ext>
            </a:extLst>
          </p:cNvPr>
          <p:cNvCxnSpPr>
            <a:cxnSpLocks/>
            <a:stCxn id="87" idx="0"/>
            <a:endCxn id="86" idx="2"/>
          </p:cNvCxnSpPr>
          <p:nvPr/>
        </p:nvCxnSpPr>
        <p:spPr>
          <a:xfrm flipV="1">
            <a:off x="4831867" y="4893732"/>
            <a:ext cx="0" cy="314867"/>
          </a:xfrm>
          <a:prstGeom prst="straightConnector1">
            <a:avLst/>
          </a:prstGeom>
          <a:ln w="38100">
            <a:solidFill>
              <a:srgbClr val="00A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화살표: 왼쪽/오른쪽 92">
            <a:extLst>
              <a:ext uri="{FF2B5EF4-FFF2-40B4-BE49-F238E27FC236}">
                <a16:creationId xmlns:a16="http://schemas.microsoft.com/office/drawing/2014/main" id="{F207912E-1BB4-47D4-B041-5AC57F2B1666}"/>
              </a:ext>
            </a:extLst>
          </p:cNvPr>
          <p:cNvSpPr/>
          <p:nvPr/>
        </p:nvSpPr>
        <p:spPr>
          <a:xfrm>
            <a:off x="9496341" y="3618897"/>
            <a:ext cx="1216152" cy="484632"/>
          </a:xfrm>
          <a:prstGeom prst="leftRightArrow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AF69C5F-ADDE-42F5-9883-0B4A45A02953}"/>
              </a:ext>
            </a:extLst>
          </p:cNvPr>
          <p:cNvSpPr txBox="1"/>
          <p:nvPr/>
        </p:nvSpPr>
        <p:spPr>
          <a:xfrm>
            <a:off x="9496342" y="4337162"/>
            <a:ext cx="1216150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>
                <a:solidFill>
                  <a:schemeClr val="tx1"/>
                </a:solidFill>
              </a:rPr>
              <a:t>시야 회전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AA85997-7AE9-410B-B2DA-7E9E61EE1EB6}"/>
              </a:ext>
            </a:extLst>
          </p:cNvPr>
          <p:cNvCxnSpPr>
            <a:cxnSpLocks/>
            <a:stCxn id="94" idx="0"/>
            <a:endCxn id="93" idx="5"/>
          </p:cNvCxnSpPr>
          <p:nvPr/>
        </p:nvCxnSpPr>
        <p:spPr>
          <a:xfrm flipV="1">
            <a:off x="10104417" y="3982371"/>
            <a:ext cx="0" cy="354791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25FF697-9F40-48EB-9D76-721427C526E2}"/>
              </a:ext>
            </a:extLst>
          </p:cNvPr>
          <p:cNvSpPr/>
          <p:nvPr/>
        </p:nvSpPr>
        <p:spPr>
          <a:xfrm>
            <a:off x="3215718" y="2861110"/>
            <a:ext cx="468000" cy="468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CFDA004-3A58-4FC1-A266-26A054C9A395}"/>
              </a:ext>
            </a:extLst>
          </p:cNvPr>
          <p:cNvSpPr txBox="1"/>
          <p:nvPr/>
        </p:nvSpPr>
        <p:spPr>
          <a:xfrm>
            <a:off x="3589867" y="1316447"/>
            <a:ext cx="1257746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>
                <a:solidFill>
                  <a:schemeClr val="tx1"/>
                </a:solidFill>
              </a:rPr>
              <a:t>상호작용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8FE73322-AFC2-4953-9109-14B25FE0A763}"/>
              </a:ext>
            </a:extLst>
          </p:cNvPr>
          <p:cNvCxnSpPr>
            <a:cxnSpLocks/>
            <a:stCxn id="111" idx="2"/>
            <a:endCxn id="110" idx="3"/>
          </p:cNvCxnSpPr>
          <p:nvPr/>
        </p:nvCxnSpPr>
        <p:spPr>
          <a:xfrm rot="5400000">
            <a:off x="3246564" y="2122933"/>
            <a:ext cx="1409331" cy="535022"/>
          </a:xfrm>
          <a:prstGeom prst="bentConnector2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102986F-254C-45BD-BED7-D106E65C8F83}"/>
              </a:ext>
            </a:extLst>
          </p:cNvPr>
          <p:cNvSpPr/>
          <p:nvPr/>
        </p:nvSpPr>
        <p:spPr>
          <a:xfrm>
            <a:off x="3855936" y="3369442"/>
            <a:ext cx="468000" cy="4680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C4EBB9-2EBE-438D-B5B4-F9F5F9C13538}"/>
              </a:ext>
            </a:extLst>
          </p:cNvPr>
          <p:cNvSpPr txBox="1"/>
          <p:nvPr/>
        </p:nvSpPr>
        <p:spPr>
          <a:xfrm>
            <a:off x="4943172" y="1316447"/>
            <a:ext cx="914400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줍기</a:t>
            </a: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211F2364-BD6A-462C-83C6-25178E61217F}"/>
              </a:ext>
            </a:extLst>
          </p:cNvPr>
          <p:cNvCxnSpPr>
            <a:cxnSpLocks/>
            <a:stCxn id="114" idx="2"/>
            <a:endCxn id="113" idx="3"/>
          </p:cNvCxnSpPr>
          <p:nvPr/>
        </p:nvCxnSpPr>
        <p:spPr>
          <a:xfrm rot="5400000">
            <a:off x="3903323" y="2106392"/>
            <a:ext cx="1917663" cy="1076436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1DFECF-5F4A-48B3-8C1B-D5721309030B}"/>
              </a:ext>
            </a:extLst>
          </p:cNvPr>
          <p:cNvSpPr/>
          <p:nvPr/>
        </p:nvSpPr>
        <p:spPr>
          <a:xfrm>
            <a:off x="1913302" y="2360651"/>
            <a:ext cx="2053331" cy="468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00DD4-DBEC-475A-B126-86DAC19155D3}"/>
              </a:ext>
            </a:extLst>
          </p:cNvPr>
          <p:cNvSpPr txBox="1"/>
          <p:nvPr/>
        </p:nvSpPr>
        <p:spPr>
          <a:xfrm>
            <a:off x="2112802" y="1316448"/>
            <a:ext cx="1257746" cy="369332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능력 사용</a:t>
            </a:r>
          </a:p>
        </p:txBody>
      </p:sp>
      <p:cxnSp>
        <p:nvCxnSpPr>
          <p:cNvPr id="32" name="직선 화살표 연결선 111">
            <a:extLst>
              <a:ext uri="{FF2B5EF4-FFF2-40B4-BE49-F238E27FC236}">
                <a16:creationId xmlns:a16="http://schemas.microsoft.com/office/drawing/2014/main" id="{75CF2929-0C21-4466-B336-C1F5B58890FC}"/>
              </a:ext>
            </a:extLst>
          </p:cNvPr>
          <p:cNvCxnSpPr>
            <a:cxnSpLocks/>
            <a:stCxn id="31" idx="2"/>
            <a:endCxn id="30" idx="0"/>
          </p:cNvCxnSpPr>
          <p:nvPr/>
        </p:nvCxnSpPr>
        <p:spPr>
          <a:xfrm rot="16200000" flipH="1">
            <a:off x="2503386" y="1924068"/>
            <a:ext cx="674871" cy="198293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49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691EC3-2931-4801-933F-48E382E7D8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176868" y="1690929"/>
            <a:ext cx="9838264" cy="3476141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1DFECF-5F4A-48B3-8C1B-D5721309030B}"/>
              </a:ext>
            </a:extLst>
          </p:cNvPr>
          <p:cNvSpPr/>
          <p:nvPr/>
        </p:nvSpPr>
        <p:spPr>
          <a:xfrm>
            <a:off x="1913302" y="2360651"/>
            <a:ext cx="2053331" cy="468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57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60BC236-4B88-4C6A-84E9-BCEAC747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209365"/>
            <a:ext cx="7916380" cy="4439270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EFB1A012-5C17-403F-9F3A-0269B142D68E}"/>
              </a:ext>
            </a:extLst>
          </p:cNvPr>
          <p:cNvSpPr/>
          <p:nvPr/>
        </p:nvSpPr>
        <p:spPr>
          <a:xfrm>
            <a:off x="2294467" y="1346200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7D905DB-71D3-4485-82A8-23CBD792B51C}"/>
              </a:ext>
            </a:extLst>
          </p:cNvPr>
          <p:cNvSpPr/>
          <p:nvPr/>
        </p:nvSpPr>
        <p:spPr>
          <a:xfrm>
            <a:off x="4876800" y="4470400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2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2E4848C-C253-43D2-9797-D9FBD314EC0F}"/>
              </a:ext>
            </a:extLst>
          </p:cNvPr>
          <p:cNvSpPr/>
          <p:nvPr/>
        </p:nvSpPr>
        <p:spPr>
          <a:xfrm>
            <a:off x="9381067" y="1346200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3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5BD1A6F-6786-44DC-9157-64ED06685084}"/>
              </a:ext>
            </a:extLst>
          </p:cNvPr>
          <p:cNvSpPr/>
          <p:nvPr/>
        </p:nvSpPr>
        <p:spPr>
          <a:xfrm>
            <a:off x="9372667" y="1710267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4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62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0061A6-BE3E-4816-8239-EC53518681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2" t="841" r="1805" b="1587"/>
          <a:stretch/>
        </p:blipFill>
        <p:spPr>
          <a:xfrm>
            <a:off x="1283404" y="729000"/>
            <a:ext cx="9625192" cy="5400000"/>
          </a:xfrm>
          <a:prstGeom prst="rect">
            <a:avLst/>
          </a:prstGeom>
        </p:spPr>
      </p:pic>
      <p:pic>
        <p:nvPicPr>
          <p:cNvPr id="5" name="그래픽 4" descr="오른쪽을 가리키는 검지  단색으로 채워진">
            <a:extLst>
              <a:ext uri="{FF2B5EF4-FFF2-40B4-BE49-F238E27FC236}">
                <a16:creationId xmlns:a16="http://schemas.microsoft.com/office/drawing/2014/main" id="{94802212-77F6-49A7-87FD-DB7F6BA64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0126133" y="5501133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2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4F3AE76-9788-4545-ADA2-B5BC8EB8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8" y="1609471"/>
            <a:ext cx="7830643" cy="3639058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A1BA4B04-249F-4AE3-83ED-5F2C73B5920C}"/>
              </a:ext>
            </a:extLst>
          </p:cNvPr>
          <p:cNvSpPr/>
          <p:nvPr/>
        </p:nvSpPr>
        <p:spPr>
          <a:xfrm>
            <a:off x="2454202" y="1924735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16CF3ED-2B26-45B1-BC89-E488F132C3EB}"/>
              </a:ext>
            </a:extLst>
          </p:cNvPr>
          <p:cNvSpPr/>
          <p:nvPr/>
        </p:nvSpPr>
        <p:spPr>
          <a:xfrm>
            <a:off x="2598202" y="2784235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2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D87F9B-78F3-4574-833B-40526A8488C3}"/>
              </a:ext>
            </a:extLst>
          </p:cNvPr>
          <p:cNvSpPr/>
          <p:nvPr/>
        </p:nvSpPr>
        <p:spPr>
          <a:xfrm>
            <a:off x="2454202" y="424699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3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E45FB01-8EF6-49B5-921B-ABAC0EB7B652}"/>
              </a:ext>
            </a:extLst>
          </p:cNvPr>
          <p:cNvSpPr/>
          <p:nvPr/>
        </p:nvSpPr>
        <p:spPr>
          <a:xfrm>
            <a:off x="4242502" y="424699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4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BA5229-7D73-4FBB-9827-7BB1689F1C07}"/>
              </a:ext>
            </a:extLst>
          </p:cNvPr>
          <p:cNvSpPr/>
          <p:nvPr/>
        </p:nvSpPr>
        <p:spPr>
          <a:xfrm>
            <a:off x="5807999" y="2496235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E15C770-EB8A-48C9-82B5-57E29E156609}"/>
              </a:ext>
            </a:extLst>
          </p:cNvPr>
          <p:cNvSpPr/>
          <p:nvPr/>
        </p:nvSpPr>
        <p:spPr>
          <a:xfrm>
            <a:off x="6741449" y="2496235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6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EA97842-F0A7-4E60-A125-7922654B33D6}"/>
              </a:ext>
            </a:extLst>
          </p:cNvPr>
          <p:cNvSpPr/>
          <p:nvPr/>
        </p:nvSpPr>
        <p:spPr>
          <a:xfrm>
            <a:off x="7779674" y="2784235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7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AE9D609-E396-4041-AA68-7A5C720CB3CE}"/>
              </a:ext>
            </a:extLst>
          </p:cNvPr>
          <p:cNvSpPr/>
          <p:nvPr/>
        </p:nvSpPr>
        <p:spPr>
          <a:xfrm>
            <a:off x="6741449" y="4073766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8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58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73B621D5-675A-4A64-961C-796A3D5A4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1747603"/>
            <a:ext cx="8726118" cy="3362794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A1BA4B04-249F-4AE3-83ED-5F2C73B5920C}"/>
              </a:ext>
            </a:extLst>
          </p:cNvPr>
          <p:cNvSpPr/>
          <p:nvPr/>
        </p:nvSpPr>
        <p:spPr>
          <a:xfrm>
            <a:off x="1987477" y="207051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16CF3ED-2B26-45B1-BC89-E488F132C3EB}"/>
              </a:ext>
            </a:extLst>
          </p:cNvPr>
          <p:cNvSpPr/>
          <p:nvPr/>
        </p:nvSpPr>
        <p:spPr>
          <a:xfrm>
            <a:off x="7164576" y="207051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2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D87F9B-78F3-4574-833B-40526A8488C3}"/>
              </a:ext>
            </a:extLst>
          </p:cNvPr>
          <p:cNvSpPr/>
          <p:nvPr/>
        </p:nvSpPr>
        <p:spPr>
          <a:xfrm>
            <a:off x="8188252" y="214265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3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4564DFB-053A-47C2-B4F1-D6ED4B80C69F}"/>
              </a:ext>
            </a:extLst>
          </p:cNvPr>
          <p:cNvSpPr/>
          <p:nvPr/>
        </p:nvSpPr>
        <p:spPr>
          <a:xfrm>
            <a:off x="7676414" y="199865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4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04ACB73-A36E-47D6-B2B1-168B387CC3FC}"/>
              </a:ext>
            </a:extLst>
          </p:cNvPr>
          <p:cNvSpPr/>
          <p:nvPr/>
        </p:nvSpPr>
        <p:spPr>
          <a:xfrm>
            <a:off x="1987477" y="3590458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3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36465E-7ED0-4B7E-98B0-EC0A62C2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5" y="318653"/>
            <a:ext cx="10488489" cy="6220693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6C8BC912-E55D-4E51-9A41-4434256A7246}"/>
              </a:ext>
            </a:extLst>
          </p:cNvPr>
          <p:cNvSpPr/>
          <p:nvPr/>
        </p:nvSpPr>
        <p:spPr>
          <a:xfrm>
            <a:off x="4739145" y="82591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593D713-80F9-4EA3-A3A1-3DE8FC46826A}"/>
              </a:ext>
            </a:extLst>
          </p:cNvPr>
          <p:cNvSpPr/>
          <p:nvPr/>
        </p:nvSpPr>
        <p:spPr>
          <a:xfrm>
            <a:off x="3469145" y="4228732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A0D2943-FA08-4535-AAD8-35D6AA6D7ED1}"/>
              </a:ext>
            </a:extLst>
          </p:cNvPr>
          <p:cNvSpPr/>
          <p:nvPr/>
        </p:nvSpPr>
        <p:spPr>
          <a:xfrm>
            <a:off x="3469145" y="191811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4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1A8894A-1F51-4160-A5AA-F3DC812A0E05}"/>
              </a:ext>
            </a:extLst>
          </p:cNvPr>
          <p:cNvSpPr/>
          <p:nvPr/>
        </p:nvSpPr>
        <p:spPr>
          <a:xfrm>
            <a:off x="2895599" y="2713987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6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1964B96-D9D3-4C07-8937-48F81CC9DBA9}"/>
              </a:ext>
            </a:extLst>
          </p:cNvPr>
          <p:cNvSpPr/>
          <p:nvPr/>
        </p:nvSpPr>
        <p:spPr>
          <a:xfrm>
            <a:off x="2216077" y="1918119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2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5BDC266-43EA-45F6-9F65-C8CC77FDDC3F}"/>
              </a:ext>
            </a:extLst>
          </p:cNvPr>
          <p:cNvSpPr/>
          <p:nvPr/>
        </p:nvSpPr>
        <p:spPr>
          <a:xfrm>
            <a:off x="2216077" y="4228732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3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9D5AD28-1161-4291-940C-BBF9F1DDEF41}"/>
              </a:ext>
            </a:extLst>
          </p:cNvPr>
          <p:cNvSpPr/>
          <p:nvPr/>
        </p:nvSpPr>
        <p:spPr>
          <a:xfrm>
            <a:off x="7476065" y="2713987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7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A2B522B-99DE-4D46-9517-BD0C4E743FB4}"/>
              </a:ext>
            </a:extLst>
          </p:cNvPr>
          <p:cNvSpPr/>
          <p:nvPr/>
        </p:nvSpPr>
        <p:spPr>
          <a:xfrm>
            <a:off x="2895599" y="3365253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8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5987690-4F2F-4C9D-8F3D-7800E3AEF9CC}"/>
              </a:ext>
            </a:extLst>
          </p:cNvPr>
          <p:cNvSpPr/>
          <p:nvPr/>
        </p:nvSpPr>
        <p:spPr>
          <a:xfrm>
            <a:off x="7476065" y="3365253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9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CF7FFED-C1FD-4D74-BE37-762B710BE20D}"/>
              </a:ext>
            </a:extLst>
          </p:cNvPr>
          <p:cNvSpPr/>
          <p:nvPr/>
        </p:nvSpPr>
        <p:spPr>
          <a:xfrm>
            <a:off x="1498598" y="5304120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10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475E363-ABF5-406F-AC98-C1495590D539}"/>
              </a:ext>
            </a:extLst>
          </p:cNvPr>
          <p:cNvSpPr/>
          <p:nvPr/>
        </p:nvSpPr>
        <p:spPr>
          <a:xfrm>
            <a:off x="7315196" y="5304120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11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7F611E0-E43B-4C47-9685-C20EBDEF220B}"/>
              </a:ext>
            </a:extLst>
          </p:cNvPr>
          <p:cNvSpPr/>
          <p:nvPr/>
        </p:nvSpPr>
        <p:spPr>
          <a:xfrm>
            <a:off x="10320863" y="829452"/>
            <a:ext cx="288000" cy="288000"/>
          </a:xfrm>
          <a:prstGeom prst="ellipse">
            <a:avLst/>
          </a:prstGeom>
          <a:solidFill>
            <a:srgbClr val="FAFAFA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rtlCol="0" anchor="ctr"/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12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63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67</Words>
  <Application>Microsoft Office PowerPoint</Application>
  <PresentationFormat>와이드스크린</PresentationFormat>
  <Paragraphs>47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한컴 말랑말랑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성혁 우</cp:lastModifiedBy>
  <cp:revision>16</cp:revision>
  <dcterms:created xsi:type="dcterms:W3CDTF">2026-03-16T08:02:08Z</dcterms:created>
  <dcterms:modified xsi:type="dcterms:W3CDTF">2026-04-07T05:24:53Z</dcterms:modified>
</cp:coreProperties>
</file>